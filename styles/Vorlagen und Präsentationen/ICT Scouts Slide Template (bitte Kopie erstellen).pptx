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10287000" cx="18288000"/>
  <p:notesSz cx="6858000" cy="9144000"/>
  <p:embeddedFontLst>
    <p:embeddedFont>
      <p:font typeface="IBM Plex Sans"/>
      <p:bold r:id="rId17"/>
      <p:boldItalic r:id="rId18"/>
    </p:embeddedFont>
    <p:embeddedFont>
      <p:font typeface="IBM Plex Sans Light"/>
      <p:regular r:id="rId19"/>
      <p:bold r:id="rId20"/>
      <p:italic r:id="rId21"/>
      <p:boldItalic r:id="rId22"/>
    </p:embeddedFont>
    <p:embeddedFont>
      <p:font typeface="DM Sans ExtraBold"/>
      <p:bold r:id="rId23"/>
      <p:boldItalic r:id="rId24"/>
    </p:embeddedFont>
    <p:embeddedFont>
      <p:font typeface="DM Sans Black"/>
      <p:bold r:id="rId25"/>
      <p:boldItalic r:id="rId26"/>
    </p:embeddedFont>
    <p:embeddedFont>
      <p:font typeface="DM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4CFA79-0F57-427B-B7A8-09D6AA5AEC50}">
  <a:tblStyle styleId="{EF4CFA79-0F57-427B-B7A8-09D6AA5AEC5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BMPlexSansLight-bold.fntdata"/><Relationship Id="rId22" Type="http://schemas.openxmlformats.org/officeDocument/2006/relationships/font" Target="fonts/IBMPlexSansLight-boldItalic.fntdata"/><Relationship Id="rId21" Type="http://schemas.openxmlformats.org/officeDocument/2006/relationships/font" Target="fonts/IBMPlexSansLight-italic.fntdata"/><Relationship Id="rId24" Type="http://schemas.openxmlformats.org/officeDocument/2006/relationships/font" Target="fonts/DMSansExtraBold-boldItalic.fntdata"/><Relationship Id="rId23" Type="http://schemas.openxmlformats.org/officeDocument/2006/relationships/font" Target="fonts/DMSansExtra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DMSansBlack-boldItalic.fntdata"/><Relationship Id="rId25" Type="http://schemas.openxmlformats.org/officeDocument/2006/relationships/font" Target="fonts/DMSansBlack-bold.fntdata"/><Relationship Id="rId28" Type="http://schemas.openxmlformats.org/officeDocument/2006/relationships/font" Target="fonts/DMSans-bold.fntdata"/><Relationship Id="rId27" Type="http://schemas.openxmlformats.org/officeDocument/2006/relationships/font" Target="fonts/DMSans-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DMSans-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DM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IBMPlexSans-bold.fntdata"/><Relationship Id="rId16" Type="http://schemas.openxmlformats.org/officeDocument/2006/relationships/slide" Target="slides/slide10.xml"/><Relationship Id="rId19" Type="http://schemas.openxmlformats.org/officeDocument/2006/relationships/font" Target="fonts/IBMPlexSansLight-regular.fntdata"/><Relationship Id="rId18" Type="http://schemas.openxmlformats.org/officeDocument/2006/relationships/font" Target="fonts/IBMPlex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7" name="Google Shape;117;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8" name="Google Shape;118;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Seit es uns gibt, entwickeln wir unser kernthema weiter. Finden Fördern vernetzen. und unser credo dabei (oder Manifest): </a:t>
            </a:r>
            <a:endParaRPr/>
          </a:p>
        </p:txBody>
      </p:sp>
      <p:sp>
        <p:nvSpPr>
          <p:cNvPr id="120" name="Google Shape;120;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1" name="Google Shape;121;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2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2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2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e4ebe2e580_1_2:notes"/>
          <p:cNvSpPr txBox="1"/>
          <p:nvPr>
            <p:ph idx="1" type="body"/>
          </p:nvPr>
        </p:nvSpPr>
        <p:spPr>
          <a:xfrm>
            <a:off x="914400" y="3251200"/>
            <a:ext cx="7315200" cy="3081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g3e4ebe2e580_1_2: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2.jp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image" Target="../media/image2.jp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4.jpg"/><Relationship Id="rId5" Type="http://schemas.openxmlformats.org/officeDocument/2006/relationships/image" Target="../media/image11.jpg"/><Relationship Id="rId6"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20" Type="http://schemas.openxmlformats.org/officeDocument/2006/relationships/image" Target="../media/image33.png"/><Relationship Id="rId11" Type="http://schemas.openxmlformats.org/officeDocument/2006/relationships/image" Target="../media/image23.png"/><Relationship Id="rId22" Type="http://schemas.openxmlformats.org/officeDocument/2006/relationships/image" Target="../media/image13.png"/><Relationship Id="rId10" Type="http://schemas.openxmlformats.org/officeDocument/2006/relationships/image" Target="../media/image21.png"/><Relationship Id="rId21" Type="http://schemas.openxmlformats.org/officeDocument/2006/relationships/image" Target="../media/image16.png"/><Relationship Id="rId13" Type="http://schemas.openxmlformats.org/officeDocument/2006/relationships/image" Target="../media/image24.png"/><Relationship Id="rId12" Type="http://schemas.openxmlformats.org/officeDocument/2006/relationships/image" Target="../media/image32.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image" Target="../media/image18.png"/><Relationship Id="rId15" Type="http://schemas.openxmlformats.org/officeDocument/2006/relationships/image" Target="../media/image29.png"/><Relationship Id="rId14" Type="http://schemas.openxmlformats.org/officeDocument/2006/relationships/image" Target="../media/image25.png"/><Relationship Id="rId17" Type="http://schemas.openxmlformats.org/officeDocument/2006/relationships/image" Target="../media/image31.png"/><Relationship Id="rId16" Type="http://schemas.openxmlformats.org/officeDocument/2006/relationships/image" Target="../media/image28.png"/><Relationship Id="rId5" Type="http://schemas.openxmlformats.org/officeDocument/2006/relationships/image" Target="../media/image15.png"/><Relationship Id="rId19" Type="http://schemas.openxmlformats.org/officeDocument/2006/relationships/image" Target="../media/image30.png"/><Relationship Id="rId6" Type="http://schemas.openxmlformats.org/officeDocument/2006/relationships/image" Target="../media/image20.png"/><Relationship Id="rId18" Type="http://schemas.openxmlformats.org/officeDocument/2006/relationships/image" Target="../media/image27.png"/><Relationship Id="rId7" Type="http://schemas.openxmlformats.org/officeDocument/2006/relationships/image" Target="../media/image19.png"/><Relationship Id="rId8"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grpSp>
        <p:nvGrpSpPr>
          <p:cNvPr id="88" name="Google Shape;88;p13"/>
          <p:cNvGrpSpPr/>
          <p:nvPr/>
        </p:nvGrpSpPr>
        <p:grpSpPr>
          <a:xfrm>
            <a:off x="-524270" y="-348659"/>
            <a:ext cx="18812270" cy="10635659"/>
            <a:chOff x="0" y="-38100"/>
            <a:chExt cx="4954672" cy="2801161"/>
          </a:xfrm>
        </p:grpSpPr>
        <p:sp>
          <p:nvSpPr>
            <p:cNvPr id="89" name="Google Shape;89;p13"/>
            <p:cNvSpPr/>
            <p:nvPr/>
          </p:nvSpPr>
          <p:spPr>
            <a:xfrm>
              <a:off x="0" y="0"/>
              <a:ext cx="4954672" cy="2763061"/>
            </a:xfrm>
            <a:custGeom>
              <a:rect b="b" l="l" r="r" t="t"/>
              <a:pathLst>
                <a:path extrusionOk="0" h="2763061" w="4954672">
                  <a:moveTo>
                    <a:pt x="0" y="0"/>
                  </a:moveTo>
                  <a:lnTo>
                    <a:pt x="4954672" y="0"/>
                  </a:lnTo>
                  <a:lnTo>
                    <a:pt x="4954672" y="2763061"/>
                  </a:lnTo>
                  <a:lnTo>
                    <a:pt x="0" y="2763061"/>
                  </a:lnTo>
                  <a:close/>
                </a:path>
              </a:pathLst>
            </a:custGeom>
            <a:solidFill>
              <a:srgbClr val="C8C8FF"/>
            </a:solidFill>
            <a:ln>
              <a:noFill/>
            </a:ln>
          </p:spPr>
        </p:sp>
        <p:sp>
          <p:nvSpPr>
            <p:cNvPr id="90" name="Google Shape;90;p13"/>
            <p:cNvSpPr txBox="1"/>
            <p:nvPr/>
          </p:nvSpPr>
          <p:spPr>
            <a:xfrm>
              <a:off x="0" y="-38100"/>
              <a:ext cx="4954672" cy="280116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1" name="Google Shape;91;p13"/>
          <p:cNvSpPr/>
          <p:nvPr/>
        </p:nvSpPr>
        <p:spPr>
          <a:xfrm>
            <a:off x="320515" y="653917"/>
            <a:ext cx="2106123" cy="867021"/>
          </a:xfrm>
          <a:custGeom>
            <a:rect b="b" l="l" r="r" t="t"/>
            <a:pathLst>
              <a:path extrusionOk="0" h="867021" w="2106123">
                <a:moveTo>
                  <a:pt x="0" y="0"/>
                </a:moveTo>
                <a:lnTo>
                  <a:pt x="2106123" y="0"/>
                </a:lnTo>
                <a:lnTo>
                  <a:pt x="2106123" y="867020"/>
                </a:lnTo>
                <a:lnTo>
                  <a:pt x="0" y="867020"/>
                </a:lnTo>
                <a:lnTo>
                  <a:pt x="0" y="0"/>
                </a:lnTo>
                <a:close/>
              </a:path>
            </a:pathLst>
          </a:custGeom>
          <a:blipFill rotWithShape="1">
            <a:blip r:embed="rId3">
              <a:alphaModFix/>
            </a:blip>
            <a:stretch>
              <a:fillRect b="0" l="0" r="0" t="0"/>
            </a:stretch>
          </a:blipFill>
          <a:ln>
            <a:noFill/>
          </a:ln>
        </p:spPr>
      </p:sp>
      <p:sp>
        <p:nvSpPr>
          <p:cNvPr id="92" name="Google Shape;92;p13"/>
          <p:cNvSpPr/>
          <p:nvPr/>
        </p:nvSpPr>
        <p:spPr>
          <a:xfrm>
            <a:off x="7853775" y="-192425"/>
            <a:ext cx="13972032" cy="10479024"/>
          </a:xfrm>
          <a:custGeom>
            <a:rect b="b" l="l" r="r" t="t"/>
            <a:pathLst>
              <a:path extrusionOk="0" h="609600" w="812800">
                <a:moveTo>
                  <a:pt x="203200" y="0"/>
                </a:moveTo>
                <a:lnTo>
                  <a:pt x="812800" y="0"/>
                </a:lnTo>
                <a:lnTo>
                  <a:pt x="609600" y="609600"/>
                </a:lnTo>
                <a:lnTo>
                  <a:pt x="0" y="609600"/>
                </a:lnTo>
                <a:lnTo>
                  <a:pt x="203200" y="0"/>
                </a:lnTo>
                <a:close/>
              </a:path>
            </a:pathLst>
          </a:custGeom>
          <a:blipFill rotWithShape="1">
            <a:blip r:embed="rId4">
              <a:alphaModFix/>
            </a:blip>
            <a:stretch>
              <a:fillRect b="0" l="-74" r="-12495" t="0"/>
            </a:stretch>
          </a:blipFill>
          <a:ln>
            <a:noFill/>
          </a:ln>
        </p:spPr>
      </p:sp>
      <p:sp>
        <p:nvSpPr>
          <p:cNvPr id="93" name="Google Shape;93;p13"/>
          <p:cNvSpPr txBox="1"/>
          <p:nvPr/>
        </p:nvSpPr>
        <p:spPr>
          <a:xfrm>
            <a:off x="233350" y="5235775"/>
            <a:ext cx="12559800" cy="32325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None/>
            </a:pPr>
            <a:r>
              <a:rPr lang="en-US" sz="15000">
                <a:latin typeface="DM Sans Black"/>
                <a:ea typeface="DM Sans Black"/>
                <a:cs typeface="DM Sans Black"/>
                <a:sym typeface="DM Sans Black"/>
              </a:rPr>
              <a:t>Titel der</a:t>
            </a:r>
            <a:endParaRPr sz="15000">
              <a:latin typeface="DM Sans Black"/>
              <a:ea typeface="DM Sans Black"/>
              <a:cs typeface="DM Sans Black"/>
              <a:sym typeface="DM Sans Black"/>
            </a:endParaRPr>
          </a:p>
          <a:p>
            <a:pPr indent="0" lvl="0" marL="0" marR="0" rtl="0" algn="l">
              <a:lnSpc>
                <a:spcPct val="70000"/>
              </a:lnSpc>
              <a:spcBef>
                <a:spcPts val="0"/>
              </a:spcBef>
              <a:spcAft>
                <a:spcPts val="0"/>
              </a:spcAft>
              <a:buNone/>
            </a:pPr>
            <a:r>
              <a:rPr lang="en-US" sz="15000">
                <a:latin typeface="DM Sans Black"/>
                <a:ea typeface="DM Sans Black"/>
                <a:cs typeface="DM Sans Black"/>
                <a:sym typeface="DM Sans Black"/>
              </a:rPr>
              <a:t>Slides</a:t>
            </a:r>
            <a:endParaRPr sz="15000">
              <a:latin typeface="DM Sans Black"/>
              <a:ea typeface="DM Sans Black"/>
              <a:cs typeface="DM Sans Black"/>
              <a:sym typeface="DM Sans Black"/>
            </a:endParaRPr>
          </a:p>
        </p:txBody>
      </p:sp>
      <p:sp>
        <p:nvSpPr>
          <p:cNvPr id="94" name="Google Shape;94;p13"/>
          <p:cNvSpPr/>
          <p:nvPr/>
        </p:nvSpPr>
        <p:spPr>
          <a:xfrm>
            <a:off x="4752615" y="5958925"/>
            <a:ext cx="4722235" cy="4722235"/>
          </a:xfrm>
          <a:custGeom>
            <a:rect b="b" l="l" r="r" t="t"/>
            <a:pathLst>
              <a:path extrusionOk="0" h="4722235" w="4722235">
                <a:moveTo>
                  <a:pt x="0" y="0"/>
                </a:moveTo>
                <a:lnTo>
                  <a:pt x="4722235" y="0"/>
                </a:lnTo>
                <a:lnTo>
                  <a:pt x="4722235" y="4722235"/>
                </a:lnTo>
                <a:lnTo>
                  <a:pt x="0" y="4722235"/>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8C8FF"/>
        </a:solidFill>
      </p:bgPr>
    </p:bg>
    <p:spTree>
      <p:nvGrpSpPr>
        <p:cNvPr id="98" name="Shape 98"/>
        <p:cNvGrpSpPr/>
        <p:nvPr/>
      </p:nvGrpSpPr>
      <p:grpSpPr>
        <a:xfrm>
          <a:off x="0" y="0"/>
          <a:ext cx="0" cy="0"/>
          <a:chOff x="0" y="0"/>
          <a:chExt cx="0" cy="0"/>
        </a:xfrm>
      </p:grpSpPr>
      <p:grpSp>
        <p:nvGrpSpPr>
          <p:cNvPr id="99" name="Google Shape;99;p14"/>
          <p:cNvGrpSpPr/>
          <p:nvPr/>
        </p:nvGrpSpPr>
        <p:grpSpPr>
          <a:xfrm>
            <a:off x="0" y="0"/>
            <a:ext cx="12034536" cy="10287000"/>
            <a:chOff x="0" y="0"/>
            <a:chExt cx="3169590" cy="2709333"/>
          </a:xfrm>
        </p:grpSpPr>
        <p:sp>
          <p:nvSpPr>
            <p:cNvPr id="100" name="Google Shape;100;p14"/>
            <p:cNvSpPr/>
            <p:nvPr/>
          </p:nvSpPr>
          <p:spPr>
            <a:xfrm>
              <a:off x="0" y="0"/>
              <a:ext cx="3169590" cy="2709333"/>
            </a:xfrm>
            <a:custGeom>
              <a:rect b="b" l="l" r="r" t="t"/>
              <a:pathLst>
                <a:path extrusionOk="0" h="2709333" w="3169590">
                  <a:moveTo>
                    <a:pt x="0" y="0"/>
                  </a:moveTo>
                  <a:lnTo>
                    <a:pt x="3169590" y="0"/>
                  </a:lnTo>
                  <a:lnTo>
                    <a:pt x="3169590" y="2709333"/>
                  </a:lnTo>
                  <a:lnTo>
                    <a:pt x="0" y="2709333"/>
                  </a:lnTo>
                  <a:close/>
                </a:path>
              </a:pathLst>
            </a:custGeom>
            <a:solidFill>
              <a:srgbClr val="FCFDF9"/>
            </a:solidFill>
            <a:ln>
              <a:noFill/>
            </a:ln>
          </p:spPr>
        </p:sp>
        <p:sp>
          <p:nvSpPr>
            <p:cNvPr id="101" name="Google Shape;101;p14"/>
            <p:cNvSpPr txBox="1"/>
            <p:nvPr/>
          </p:nvSpPr>
          <p:spPr>
            <a:xfrm>
              <a:off x="0" y="38100"/>
              <a:ext cx="3169590" cy="2671233"/>
            </a:xfrm>
            <a:prstGeom prst="rect">
              <a:avLst/>
            </a:prstGeom>
            <a:noFill/>
            <a:ln>
              <a:noFill/>
            </a:ln>
          </p:spPr>
          <p:txBody>
            <a:bodyPr anchorCtr="0" anchor="ctr" bIns="50800" lIns="50800" spcFirstLastPara="1" rIns="50800" wrap="square" tIns="50800">
              <a:noAutofit/>
            </a:bodyPr>
            <a:lstStyle/>
            <a:p>
              <a:pPr indent="0" lvl="0" marL="0" marR="0" rtl="0" algn="ctr">
                <a:lnSpc>
                  <a:spcPct val="888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2" name="Google Shape;102;p14"/>
          <p:cNvSpPr/>
          <p:nvPr/>
        </p:nvSpPr>
        <p:spPr>
          <a:xfrm rot="-1485616">
            <a:off x="4825578" y="-4646109"/>
            <a:ext cx="8636844" cy="8962762"/>
          </a:xfrm>
          <a:custGeom>
            <a:rect b="b" l="l" r="r" t="t"/>
            <a:pathLst>
              <a:path extrusionOk="0" h="8962762" w="8636844">
                <a:moveTo>
                  <a:pt x="0" y="0"/>
                </a:moveTo>
                <a:lnTo>
                  <a:pt x="8636844" y="0"/>
                </a:lnTo>
                <a:lnTo>
                  <a:pt x="8636844" y="8962762"/>
                </a:lnTo>
                <a:lnTo>
                  <a:pt x="0" y="8962762"/>
                </a:lnTo>
                <a:lnTo>
                  <a:pt x="0" y="0"/>
                </a:lnTo>
                <a:close/>
              </a:path>
            </a:pathLst>
          </a:custGeom>
          <a:blipFill rotWithShape="1">
            <a:blip r:embed="rId3">
              <a:alphaModFix/>
            </a:blip>
            <a:stretch>
              <a:fillRect b="0" l="0" r="0" t="0"/>
            </a:stretch>
          </a:blipFill>
          <a:ln>
            <a:noFill/>
          </a:ln>
        </p:spPr>
      </p:sp>
      <p:graphicFrame>
        <p:nvGraphicFramePr>
          <p:cNvPr id="103" name="Google Shape;103;p14"/>
          <p:cNvGraphicFramePr/>
          <p:nvPr/>
        </p:nvGraphicFramePr>
        <p:xfrm>
          <a:off x="12901647" y="4354078"/>
          <a:ext cx="3000000" cy="3000000"/>
        </p:xfrm>
        <a:graphic>
          <a:graphicData uri="http://schemas.openxmlformats.org/drawingml/2006/table">
            <a:tbl>
              <a:tblPr>
                <a:noFill/>
                <a:tableStyleId>{EF4CFA79-0F57-427B-B7A8-09D6AA5AEC50}</a:tableStyleId>
              </a:tblPr>
              <a:tblGrid>
                <a:gridCol w="3224525"/>
                <a:gridCol w="1456575"/>
              </a:tblGrid>
              <a:tr h="514350">
                <a:tc>
                  <a:txBody>
                    <a:bodyPr/>
                    <a:lstStyle/>
                    <a:p>
                      <a:pPr indent="0" lvl="0" marL="0" marR="0" rtl="0" algn="l">
                        <a:lnSpc>
                          <a:spcPct val="140016"/>
                        </a:lnSpc>
                        <a:spcBef>
                          <a:spcPts val="0"/>
                        </a:spcBef>
                        <a:spcAft>
                          <a:spcPts val="0"/>
                        </a:spcAft>
                        <a:buNone/>
                      </a:pPr>
                      <a:r>
                        <a:rPr b="1" lang="en-US" sz="2499">
                          <a:latin typeface="IBM Plex Sans"/>
                          <a:ea typeface="IBM Plex Sans"/>
                          <a:cs typeface="IBM Plex Sans"/>
                          <a:sym typeface="IBM Plex Sans"/>
                        </a:rPr>
                        <a:t>Inhalt 1</a:t>
                      </a:r>
                      <a:endParaRPr b="1" sz="1100" u="none" cap="none" strike="noStrike"/>
                    </a:p>
                  </a:txBody>
                  <a:tcPr marT="0" marB="0" marR="0" marL="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b="1" lang="en-US" sz="2499">
                          <a:latin typeface="IBM Plex Sans"/>
                          <a:ea typeface="IBM Plex Sans"/>
                          <a:cs typeface="IBM Plex Sans"/>
                          <a:sym typeface="IBM Plex Sans"/>
                        </a:rPr>
                        <a:t>Seite x</a:t>
                      </a:r>
                      <a:endParaRPr b="1" sz="1100" u="none" cap="none" strike="noStrike"/>
                    </a:p>
                  </a:txBody>
                  <a:tcPr marT="0" marB="0" marR="0" marL="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33975">
                <a:tc>
                  <a:txBody>
                    <a:bodyPr/>
                    <a:lstStyle/>
                    <a:p>
                      <a:pPr indent="0" lvl="0" marL="0" rtl="0" algn="l">
                        <a:lnSpc>
                          <a:spcPct val="140016"/>
                        </a:lnSpc>
                        <a:spcBef>
                          <a:spcPts val="0"/>
                        </a:spcBef>
                        <a:spcAft>
                          <a:spcPts val="0"/>
                        </a:spcAft>
                        <a:buNone/>
                      </a:pPr>
                      <a:r>
                        <a:rPr b="1" lang="en-US" sz="2499">
                          <a:solidFill>
                            <a:schemeClr val="dk1"/>
                          </a:solidFill>
                          <a:latin typeface="IBM Plex Sans"/>
                          <a:ea typeface="IBM Plex Sans"/>
                          <a:cs typeface="IBM Plex Sans"/>
                          <a:sym typeface="IBM Plex Sans"/>
                        </a:rPr>
                        <a:t>Inhalt 2</a:t>
                      </a:r>
                      <a:endParaRPr b="1" sz="2499">
                        <a:latin typeface="IBM Plex Sans"/>
                        <a:ea typeface="IBM Plex Sans"/>
                        <a:cs typeface="IBM Plex Sans"/>
                        <a:sym typeface="IBM Plex Sans"/>
                      </a:endParaRPr>
                    </a:p>
                  </a:txBody>
                  <a:tcPr marT="0" marB="0" marR="0" marL="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b="1" lang="en-US" sz="2499">
                          <a:latin typeface="IBM Plex Sans"/>
                          <a:ea typeface="IBM Plex Sans"/>
                          <a:cs typeface="IBM Plex Sans"/>
                          <a:sym typeface="IBM Plex Sans"/>
                        </a:rPr>
                        <a:t>x</a:t>
                      </a:r>
                      <a:endParaRPr b="1" sz="1100" u="none" cap="none" strike="noStrike"/>
                    </a:p>
                  </a:txBody>
                  <a:tcPr marT="0" marB="0" marR="0" marL="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33975">
                <a:tc>
                  <a:txBody>
                    <a:bodyPr/>
                    <a:lstStyle/>
                    <a:p>
                      <a:pPr indent="0" lvl="0" marL="0" rtl="0" algn="l">
                        <a:lnSpc>
                          <a:spcPct val="140016"/>
                        </a:lnSpc>
                        <a:spcBef>
                          <a:spcPts val="0"/>
                        </a:spcBef>
                        <a:spcAft>
                          <a:spcPts val="0"/>
                        </a:spcAft>
                        <a:buClr>
                          <a:schemeClr val="dk1"/>
                        </a:buClr>
                        <a:buFont typeface="Arial"/>
                        <a:buNone/>
                      </a:pPr>
                      <a:r>
                        <a:rPr b="1" lang="en-US" sz="2499">
                          <a:solidFill>
                            <a:schemeClr val="dk1"/>
                          </a:solidFill>
                          <a:latin typeface="IBM Plex Sans"/>
                          <a:ea typeface="IBM Plex Sans"/>
                          <a:cs typeface="IBM Plex Sans"/>
                          <a:sym typeface="IBM Plex Sans"/>
                        </a:rPr>
                        <a:t>Inhalt 3</a:t>
                      </a:r>
                      <a:endParaRPr b="1" sz="1100" u="none" cap="none" strike="noStrike"/>
                    </a:p>
                  </a:txBody>
                  <a:tcPr marT="0" marB="0" marR="0" marL="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b="1" lang="en-US" sz="2499">
                          <a:latin typeface="IBM Plex Sans"/>
                          <a:ea typeface="IBM Plex Sans"/>
                          <a:cs typeface="IBM Plex Sans"/>
                          <a:sym typeface="IBM Plex Sans"/>
                        </a:rPr>
                        <a:t>x</a:t>
                      </a:r>
                      <a:endParaRPr b="1" sz="1100" u="none" cap="none" strike="noStrike"/>
                    </a:p>
                  </a:txBody>
                  <a:tcPr marT="0" marB="0" marR="0" marL="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33975">
                <a:tc>
                  <a:txBody>
                    <a:bodyPr/>
                    <a:lstStyle/>
                    <a:p>
                      <a:pPr indent="0" lvl="0" marL="0" rtl="0" algn="l">
                        <a:lnSpc>
                          <a:spcPct val="140016"/>
                        </a:lnSpc>
                        <a:spcBef>
                          <a:spcPts val="0"/>
                        </a:spcBef>
                        <a:spcAft>
                          <a:spcPts val="0"/>
                        </a:spcAft>
                        <a:buClr>
                          <a:schemeClr val="dk1"/>
                        </a:buClr>
                        <a:buFont typeface="Arial"/>
                        <a:buNone/>
                      </a:pPr>
                      <a:r>
                        <a:rPr b="1" lang="en-US" sz="2499">
                          <a:solidFill>
                            <a:schemeClr val="dk1"/>
                          </a:solidFill>
                          <a:latin typeface="IBM Plex Sans"/>
                          <a:ea typeface="IBM Plex Sans"/>
                          <a:cs typeface="IBM Plex Sans"/>
                          <a:sym typeface="IBM Plex Sans"/>
                        </a:rPr>
                        <a:t>Inhalt 4</a:t>
                      </a:r>
                      <a:endParaRPr b="1" sz="1100" u="none" cap="none" strike="noStrike"/>
                    </a:p>
                  </a:txBody>
                  <a:tcPr marT="0" marB="0" marR="0" marL="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b="1" lang="en-US" sz="2499">
                          <a:latin typeface="IBM Plex Sans"/>
                          <a:ea typeface="IBM Plex Sans"/>
                          <a:cs typeface="IBM Plex Sans"/>
                          <a:sym typeface="IBM Plex Sans"/>
                        </a:rPr>
                        <a:t>x</a:t>
                      </a:r>
                      <a:endParaRPr b="1" sz="1100" u="none" cap="none" strike="noStrike"/>
                    </a:p>
                  </a:txBody>
                  <a:tcPr marT="0" marB="0" marR="0" marL="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33975">
                <a:tc>
                  <a:txBody>
                    <a:bodyPr/>
                    <a:lstStyle/>
                    <a:p>
                      <a:pPr indent="0" lvl="0" marL="0" rtl="0" algn="l">
                        <a:lnSpc>
                          <a:spcPct val="140016"/>
                        </a:lnSpc>
                        <a:spcBef>
                          <a:spcPts val="0"/>
                        </a:spcBef>
                        <a:spcAft>
                          <a:spcPts val="0"/>
                        </a:spcAft>
                        <a:buClr>
                          <a:schemeClr val="dk1"/>
                        </a:buClr>
                        <a:buFont typeface="Arial"/>
                        <a:buNone/>
                      </a:pPr>
                      <a:r>
                        <a:rPr b="1" lang="en-US" sz="2499">
                          <a:solidFill>
                            <a:schemeClr val="dk1"/>
                          </a:solidFill>
                          <a:latin typeface="IBM Plex Sans"/>
                          <a:ea typeface="IBM Plex Sans"/>
                          <a:cs typeface="IBM Plex Sans"/>
                          <a:sym typeface="IBM Plex Sans"/>
                        </a:rPr>
                        <a:t>Inhalt 5</a:t>
                      </a:r>
                      <a:endParaRPr b="1" sz="1100" u="none" cap="none" strike="noStrike"/>
                    </a:p>
                  </a:txBody>
                  <a:tcPr marT="0" marB="0" marR="0" marL="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40016"/>
                        </a:lnSpc>
                        <a:spcBef>
                          <a:spcPts val="0"/>
                        </a:spcBef>
                        <a:spcAft>
                          <a:spcPts val="0"/>
                        </a:spcAft>
                        <a:buNone/>
                      </a:pPr>
                      <a:r>
                        <a:rPr b="1" lang="en-US" sz="2499">
                          <a:latin typeface="IBM Plex Sans"/>
                          <a:ea typeface="IBM Plex Sans"/>
                          <a:cs typeface="IBM Plex Sans"/>
                          <a:sym typeface="IBM Plex Sans"/>
                        </a:rPr>
                        <a:t>x</a:t>
                      </a:r>
                      <a:endParaRPr b="1" sz="1100" u="none" cap="none" strike="noStrike"/>
                    </a:p>
                  </a:txBody>
                  <a:tcPr marT="0" marB="0" marR="0" marL="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04" name="Google Shape;104;p14"/>
          <p:cNvSpPr txBox="1"/>
          <p:nvPr/>
        </p:nvSpPr>
        <p:spPr>
          <a:xfrm>
            <a:off x="320515" y="6756483"/>
            <a:ext cx="8658900" cy="2078100"/>
          </a:xfrm>
          <a:prstGeom prst="rect">
            <a:avLst/>
          </a:prstGeom>
          <a:noFill/>
          <a:ln>
            <a:noFill/>
          </a:ln>
        </p:spPr>
        <p:txBody>
          <a:bodyPr anchorCtr="0" anchor="t" bIns="0" lIns="0" spcFirstLastPara="1" rIns="0" wrap="square" tIns="0">
            <a:spAutoFit/>
          </a:bodyPr>
          <a:lstStyle/>
          <a:p>
            <a:pPr indent="0" lvl="0" marL="0" marR="0" rtl="0" algn="l">
              <a:lnSpc>
                <a:spcPct val="89999"/>
              </a:lnSpc>
              <a:spcBef>
                <a:spcPts val="0"/>
              </a:spcBef>
              <a:spcAft>
                <a:spcPts val="0"/>
              </a:spcAft>
              <a:buNone/>
            </a:pPr>
            <a:r>
              <a:rPr lang="en-US" sz="15000">
                <a:latin typeface="DM Sans Black"/>
                <a:ea typeface="DM Sans Black"/>
                <a:cs typeface="DM Sans Black"/>
                <a:sym typeface="DM Sans Black"/>
              </a:rPr>
              <a:t>Inhalt</a:t>
            </a:r>
            <a:endParaRPr/>
          </a:p>
        </p:txBody>
      </p:sp>
      <p:cxnSp>
        <p:nvCxnSpPr>
          <p:cNvPr id="105" name="Google Shape;105;p14"/>
          <p:cNvCxnSpPr/>
          <p:nvPr/>
        </p:nvCxnSpPr>
        <p:spPr>
          <a:xfrm>
            <a:off x="300454" y="9258300"/>
            <a:ext cx="11219910" cy="0"/>
          </a:xfrm>
          <a:prstGeom prst="straightConnector1">
            <a:avLst/>
          </a:prstGeom>
          <a:noFill/>
          <a:ln cap="flat" cmpd="sng" w="9525">
            <a:solidFill>
              <a:srgbClr val="000000"/>
            </a:solidFill>
            <a:prstDash val="solid"/>
            <a:round/>
            <a:headEnd len="sm" w="sm" type="none"/>
            <a:tailEnd len="sm" w="sm" type="none"/>
          </a:ln>
        </p:spPr>
      </p:cxnSp>
      <p:pic>
        <p:nvPicPr>
          <p:cNvPr id="106" name="Google Shape;106;p14" title="Logo Sign.png"/>
          <p:cNvPicPr preferRelativeResize="0"/>
          <p:nvPr/>
        </p:nvPicPr>
        <p:blipFill>
          <a:blip r:embed="rId4">
            <a:alphaModFix/>
          </a:blip>
          <a:stretch>
            <a:fillRect/>
          </a:stretch>
        </p:blipFill>
        <p:spPr>
          <a:xfrm>
            <a:off x="16813151" y="248500"/>
            <a:ext cx="1245123" cy="5125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DF9"/>
        </a:solidFill>
      </p:bgPr>
    </p:bg>
    <p:spTree>
      <p:nvGrpSpPr>
        <p:cNvPr id="110" name="Shape 110"/>
        <p:cNvGrpSpPr/>
        <p:nvPr/>
      </p:nvGrpSpPr>
      <p:grpSpPr>
        <a:xfrm>
          <a:off x="0" y="0"/>
          <a:ext cx="0" cy="0"/>
          <a:chOff x="0" y="0"/>
          <a:chExt cx="0" cy="0"/>
        </a:xfrm>
      </p:grpSpPr>
      <p:cxnSp>
        <p:nvCxnSpPr>
          <p:cNvPr id="111" name="Google Shape;111;p15"/>
          <p:cNvCxnSpPr/>
          <p:nvPr/>
        </p:nvCxnSpPr>
        <p:spPr>
          <a:xfrm>
            <a:off x="300454" y="9258300"/>
            <a:ext cx="17669209" cy="0"/>
          </a:xfrm>
          <a:prstGeom prst="straightConnector1">
            <a:avLst/>
          </a:prstGeom>
          <a:noFill/>
          <a:ln cap="flat" cmpd="sng" w="9525">
            <a:solidFill>
              <a:srgbClr val="000000"/>
            </a:solidFill>
            <a:prstDash val="solid"/>
            <a:round/>
            <a:headEnd len="sm" w="sm" type="none"/>
            <a:tailEnd len="sm" w="sm" type="none"/>
          </a:ln>
        </p:spPr>
      </p:cxnSp>
      <p:sp>
        <p:nvSpPr>
          <p:cNvPr id="112" name="Google Shape;112;p15"/>
          <p:cNvSpPr/>
          <p:nvPr/>
        </p:nvSpPr>
        <p:spPr>
          <a:xfrm rot="-639820">
            <a:off x="7307057" y="-3072114"/>
            <a:ext cx="9081154" cy="7264924"/>
          </a:xfrm>
          <a:custGeom>
            <a:rect b="b" l="l" r="r" t="t"/>
            <a:pathLst>
              <a:path extrusionOk="0" h="7266627" w="9083283">
                <a:moveTo>
                  <a:pt x="0" y="0"/>
                </a:moveTo>
                <a:lnTo>
                  <a:pt x="9083283" y="0"/>
                </a:lnTo>
                <a:lnTo>
                  <a:pt x="9083283" y="7266626"/>
                </a:lnTo>
                <a:lnTo>
                  <a:pt x="0" y="7266626"/>
                </a:lnTo>
                <a:lnTo>
                  <a:pt x="0" y="0"/>
                </a:lnTo>
                <a:close/>
              </a:path>
            </a:pathLst>
          </a:custGeom>
          <a:blipFill rotWithShape="1">
            <a:blip r:embed="rId3">
              <a:alphaModFix/>
            </a:blip>
            <a:stretch>
              <a:fillRect b="0" l="0" r="0" t="0"/>
            </a:stretch>
          </a:blipFill>
          <a:ln>
            <a:noFill/>
          </a:ln>
        </p:spPr>
      </p:sp>
      <p:sp>
        <p:nvSpPr>
          <p:cNvPr id="113" name="Google Shape;113;p15"/>
          <p:cNvSpPr txBox="1"/>
          <p:nvPr/>
        </p:nvSpPr>
        <p:spPr>
          <a:xfrm>
            <a:off x="320534" y="5056291"/>
            <a:ext cx="11080200" cy="3694200"/>
          </a:xfrm>
          <a:prstGeom prst="rect">
            <a:avLst/>
          </a:prstGeom>
          <a:noFill/>
          <a:ln>
            <a:noFill/>
          </a:ln>
        </p:spPr>
        <p:txBody>
          <a:bodyPr anchorCtr="0" anchor="b" bIns="0" lIns="0" spcFirstLastPara="1" rIns="0" wrap="square" tIns="0">
            <a:noAutofit/>
          </a:bodyPr>
          <a:lstStyle/>
          <a:p>
            <a:pPr indent="0" lvl="0" marL="0" marR="0" rtl="0" algn="l">
              <a:lnSpc>
                <a:spcPct val="80000"/>
              </a:lnSpc>
              <a:spcBef>
                <a:spcPts val="0"/>
              </a:spcBef>
              <a:spcAft>
                <a:spcPts val="0"/>
              </a:spcAft>
              <a:buNone/>
            </a:pPr>
            <a:r>
              <a:rPr lang="en-US" sz="15000">
                <a:latin typeface="DM Sans Black"/>
                <a:ea typeface="DM Sans Black"/>
                <a:cs typeface="DM Sans Black"/>
                <a:sym typeface="DM Sans Black"/>
              </a:rPr>
              <a:t>Abschnitt/</a:t>
            </a:r>
            <a:endParaRPr sz="15000">
              <a:latin typeface="DM Sans Black"/>
              <a:ea typeface="DM Sans Black"/>
              <a:cs typeface="DM Sans Black"/>
              <a:sym typeface="DM Sans Black"/>
            </a:endParaRPr>
          </a:p>
          <a:p>
            <a:pPr indent="0" lvl="0" marL="0" marR="0" rtl="0" algn="l">
              <a:lnSpc>
                <a:spcPct val="80000"/>
              </a:lnSpc>
              <a:spcBef>
                <a:spcPts val="0"/>
              </a:spcBef>
              <a:spcAft>
                <a:spcPts val="0"/>
              </a:spcAft>
              <a:buNone/>
            </a:pPr>
            <a:r>
              <a:rPr lang="en-US" sz="15000">
                <a:latin typeface="DM Sans Black"/>
                <a:ea typeface="DM Sans Black"/>
                <a:cs typeface="DM Sans Black"/>
                <a:sym typeface="DM Sans Black"/>
              </a:rPr>
              <a:t>Titelfolie</a:t>
            </a:r>
            <a:endParaRPr sz="15000">
              <a:latin typeface="DM Sans Black"/>
              <a:ea typeface="DM Sans Black"/>
              <a:cs typeface="DM Sans Black"/>
              <a:sym typeface="DM Sans Black"/>
            </a:endParaRPr>
          </a:p>
        </p:txBody>
      </p:sp>
      <p:pic>
        <p:nvPicPr>
          <p:cNvPr id="114" name="Google Shape;114;p15" title="Logo Sign.png"/>
          <p:cNvPicPr preferRelativeResize="0"/>
          <p:nvPr/>
        </p:nvPicPr>
        <p:blipFill>
          <a:blip r:embed="rId4">
            <a:alphaModFix/>
          </a:blip>
          <a:stretch>
            <a:fillRect/>
          </a:stretch>
        </p:blipFill>
        <p:spPr>
          <a:xfrm>
            <a:off x="16813151" y="248500"/>
            <a:ext cx="1245123" cy="5125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DF9"/>
        </a:solidFill>
      </p:bgPr>
    </p:bg>
    <p:spTree>
      <p:nvGrpSpPr>
        <p:cNvPr id="122" name="Shape 122"/>
        <p:cNvGrpSpPr/>
        <p:nvPr/>
      </p:nvGrpSpPr>
      <p:grpSpPr>
        <a:xfrm>
          <a:off x="0" y="0"/>
          <a:ext cx="0" cy="0"/>
          <a:chOff x="0" y="0"/>
          <a:chExt cx="0" cy="0"/>
        </a:xfrm>
      </p:grpSpPr>
      <p:grpSp>
        <p:nvGrpSpPr>
          <p:cNvPr id="123" name="Google Shape;123;p16"/>
          <p:cNvGrpSpPr/>
          <p:nvPr/>
        </p:nvGrpSpPr>
        <p:grpSpPr>
          <a:xfrm>
            <a:off x="9144000" y="-74428"/>
            <a:ext cx="9143931" cy="7503886"/>
            <a:chOff x="0" y="-19050"/>
            <a:chExt cx="2340397" cy="1920626"/>
          </a:xfrm>
        </p:grpSpPr>
        <p:sp>
          <p:nvSpPr>
            <p:cNvPr id="124" name="Google Shape;124;p16"/>
            <p:cNvSpPr/>
            <p:nvPr/>
          </p:nvSpPr>
          <p:spPr>
            <a:xfrm>
              <a:off x="0" y="0"/>
              <a:ext cx="2340397" cy="1901576"/>
            </a:xfrm>
            <a:custGeom>
              <a:rect b="b" l="l" r="r" t="t"/>
              <a:pathLst>
                <a:path extrusionOk="0" h="1901576" w="2340397">
                  <a:moveTo>
                    <a:pt x="0" y="0"/>
                  </a:moveTo>
                  <a:lnTo>
                    <a:pt x="2340397" y="0"/>
                  </a:lnTo>
                  <a:lnTo>
                    <a:pt x="2340397" y="1901576"/>
                  </a:lnTo>
                  <a:lnTo>
                    <a:pt x="0" y="1901576"/>
                  </a:lnTo>
                  <a:close/>
                </a:path>
              </a:pathLst>
            </a:custGeom>
            <a:solidFill>
              <a:srgbClr val="80E68A"/>
            </a:solidFill>
            <a:ln>
              <a:noFill/>
            </a:ln>
          </p:spPr>
        </p:sp>
        <p:sp>
          <p:nvSpPr>
            <p:cNvPr id="125" name="Google Shape;125;p16"/>
            <p:cNvSpPr txBox="1"/>
            <p:nvPr/>
          </p:nvSpPr>
          <p:spPr>
            <a:xfrm>
              <a:off x="0" y="-19050"/>
              <a:ext cx="2340397" cy="1920626"/>
            </a:xfrm>
            <a:prstGeom prst="rect">
              <a:avLst/>
            </a:prstGeom>
            <a:noFill/>
            <a:ln>
              <a:noFill/>
            </a:ln>
          </p:spPr>
          <p:txBody>
            <a:bodyPr anchorCtr="0" anchor="ctr" bIns="42150" lIns="42150" spcFirstLastPara="1" rIns="42150" wrap="square" tIns="42150">
              <a:noAutofit/>
            </a:bodyPr>
            <a:lstStyle/>
            <a:p>
              <a:pPr indent="0" lvl="0" marL="0" marR="0" rtl="0" algn="ctr">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6" name="Google Shape;126;p16"/>
          <p:cNvSpPr/>
          <p:nvPr/>
        </p:nvSpPr>
        <p:spPr>
          <a:xfrm>
            <a:off x="9144000" y="5674489"/>
            <a:ext cx="9144001" cy="5380231"/>
          </a:xfrm>
          <a:custGeom>
            <a:rect b="b" l="l" r="r" t="t"/>
            <a:pathLst>
              <a:path extrusionOk="0" h="4235450" w="7198382">
                <a:moveTo>
                  <a:pt x="7198382" y="4235450"/>
                </a:moveTo>
                <a:lnTo>
                  <a:pt x="0" y="3696970"/>
                </a:lnTo>
                <a:lnTo>
                  <a:pt x="0" y="0"/>
                </a:lnTo>
                <a:lnTo>
                  <a:pt x="7198382" y="538480"/>
                </a:lnTo>
                <a:close/>
              </a:path>
            </a:pathLst>
          </a:custGeom>
          <a:blipFill rotWithShape="1">
            <a:blip r:embed="rId3">
              <a:alphaModFix/>
            </a:blip>
            <a:stretch>
              <a:fillRect b="-9651" l="0" r="-7239" t="-11777"/>
            </a:stretch>
          </a:blipFill>
          <a:ln>
            <a:noFill/>
          </a:ln>
        </p:spPr>
      </p:sp>
      <p:sp>
        <p:nvSpPr>
          <p:cNvPr id="127" name="Google Shape;127;p16"/>
          <p:cNvSpPr txBox="1"/>
          <p:nvPr/>
        </p:nvSpPr>
        <p:spPr>
          <a:xfrm rot="462757">
            <a:off x="10401755" y="822362"/>
            <a:ext cx="2695888" cy="18142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6548" u="none" cap="none" strike="noStrike">
                <a:solidFill>
                  <a:srgbClr val="FFFFFF"/>
                </a:solidFill>
                <a:latin typeface="DM Sans ExtraBold"/>
                <a:ea typeface="DM Sans ExtraBold"/>
                <a:cs typeface="DM Sans ExtraBold"/>
                <a:sym typeface="DM Sans ExtraBold"/>
              </a:rPr>
              <a:t>2'622</a:t>
            </a:r>
            <a:endParaRPr>
              <a:latin typeface="DM Sans ExtraBold"/>
              <a:ea typeface="DM Sans ExtraBold"/>
              <a:cs typeface="DM Sans ExtraBold"/>
              <a:sym typeface="DM Sans ExtraBold"/>
            </a:endParaRPr>
          </a:p>
          <a:p>
            <a:pPr indent="0" lvl="0" marL="0" marR="0" rtl="0" algn="ctr">
              <a:lnSpc>
                <a:spcPct val="100000"/>
              </a:lnSpc>
              <a:spcBef>
                <a:spcPts val="0"/>
              </a:spcBef>
              <a:spcAft>
                <a:spcPts val="0"/>
              </a:spcAft>
              <a:buNone/>
            </a:pPr>
            <a:r>
              <a:rPr i="0" lang="en-US" sz="2619" u="none" cap="none" strike="noStrike">
                <a:solidFill>
                  <a:srgbClr val="FFFFFF"/>
                </a:solidFill>
                <a:latin typeface="DM Sans ExtraBold"/>
                <a:ea typeface="DM Sans ExtraBold"/>
                <a:cs typeface="DM Sans ExtraBold"/>
                <a:sym typeface="DM Sans ExtraBold"/>
              </a:rPr>
              <a:t>Geförderte Talente</a:t>
            </a:r>
            <a:endParaRPr>
              <a:latin typeface="DM Sans ExtraBold"/>
              <a:ea typeface="DM Sans ExtraBold"/>
              <a:cs typeface="DM Sans ExtraBold"/>
              <a:sym typeface="DM Sans ExtraBold"/>
            </a:endParaRPr>
          </a:p>
        </p:txBody>
      </p:sp>
      <p:sp>
        <p:nvSpPr>
          <p:cNvPr id="128" name="Google Shape;128;p16"/>
          <p:cNvSpPr txBox="1"/>
          <p:nvPr/>
        </p:nvSpPr>
        <p:spPr>
          <a:xfrm rot="324688">
            <a:off x="14633727" y="538502"/>
            <a:ext cx="2653024" cy="181410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6548" u="none" cap="none" strike="noStrike">
                <a:solidFill>
                  <a:srgbClr val="FFFFFF"/>
                </a:solidFill>
                <a:latin typeface="DM Sans ExtraBold"/>
                <a:ea typeface="DM Sans ExtraBold"/>
                <a:cs typeface="DM Sans ExtraBold"/>
                <a:sym typeface="DM Sans ExtraBold"/>
              </a:rPr>
              <a:t>8</a:t>
            </a:r>
            <a:endParaRPr>
              <a:latin typeface="DM Sans ExtraBold"/>
              <a:ea typeface="DM Sans ExtraBold"/>
              <a:cs typeface="DM Sans ExtraBold"/>
              <a:sym typeface="DM Sans ExtraBold"/>
            </a:endParaRPr>
          </a:p>
          <a:p>
            <a:pPr indent="0" lvl="0" marL="0" marR="0" rtl="0" algn="ctr">
              <a:lnSpc>
                <a:spcPct val="100000"/>
              </a:lnSpc>
              <a:spcBef>
                <a:spcPts val="0"/>
              </a:spcBef>
              <a:spcAft>
                <a:spcPts val="0"/>
              </a:spcAft>
              <a:buNone/>
            </a:pPr>
            <a:r>
              <a:rPr i="0" lang="en-US" sz="2619" u="none" cap="none" strike="noStrike">
                <a:solidFill>
                  <a:srgbClr val="FFFFFF"/>
                </a:solidFill>
                <a:latin typeface="DM Sans ExtraBold"/>
                <a:ea typeface="DM Sans ExtraBold"/>
                <a:cs typeface="DM Sans ExtraBold"/>
                <a:sym typeface="DM Sans ExtraBold"/>
              </a:rPr>
              <a:t>Campus Standorte</a:t>
            </a:r>
            <a:endParaRPr>
              <a:latin typeface="DM Sans ExtraBold"/>
              <a:ea typeface="DM Sans ExtraBold"/>
              <a:cs typeface="DM Sans ExtraBold"/>
              <a:sym typeface="DM Sans ExtraBold"/>
            </a:endParaRPr>
          </a:p>
        </p:txBody>
      </p:sp>
      <p:sp>
        <p:nvSpPr>
          <p:cNvPr id="129" name="Google Shape;129;p16"/>
          <p:cNvSpPr txBox="1"/>
          <p:nvPr/>
        </p:nvSpPr>
        <p:spPr>
          <a:xfrm rot="-268871">
            <a:off x="10084043" y="3442889"/>
            <a:ext cx="2653211" cy="141100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6548" u="none" cap="none" strike="noStrike">
                <a:solidFill>
                  <a:srgbClr val="FFFFFF"/>
                </a:solidFill>
                <a:latin typeface="DM Sans ExtraBold"/>
                <a:ea typeface="DM Sans ExtraBold"/>
                <a:cs typeface="DM Sans ExtraBold"/>
                <a:sym typeface="DM Sans ExtraBold"/>
              </a:rPr>
              <a:t>65</a:t>
            </a:r>
            <a:endParaRPr>
              <a:latin typeface="DM Sans ExtraBold"/>
              <a:ea typeface="DM Sans ExtraBold"/>
              <a:cs typeface="DM Sans ExtraBold"/>
              <a:sym typeface="DM Sans ExtraBold"/>
            </a:endParaRPr>
          </a:p>
          <a:p>
            <a:pPr indent="0" lvl="0" marL="0" marR="0" rtl="0" algn="ctr">
              <a:lnSpc>
                <a:spcPct val="100000"/>
              </a:lnSpc>
              <a:spcBef>
                <a:spcPts val="0"/>
              </a:spcBef>
              <a:spcAft>
                <a:spcPts val="0"/>
              </a:spcAft>
              <a:buNone/>
            </a:pPr>
            <a:r>
              <a:rPr i="0" lang="en-US" sz="2619" u="none" cap="none" strike="noStrike">
                <a:solidFill>
                  <a:srgbClr val="FFFFFF"/>
                </a:solidFill>
                <a:latin typeface="DM Sans ExtraBold"/>
                <a:ea typeface="DM Sans ExtraBold"/>
                <a:cs typeface="DM Sans ExtraBold"/>
                <a:sym typeface="DM Sans ExtraBold"/>
              </a:rPr>
              <a:t>Mitarbeitende</a:t>
            </a:r>
            <a:endParaRPr>
              <a:latin typeface="DM Sans ExtraBold"/>
              <a:ea typeface="DM Sans ExtraBold"/>
              <a:cs typeface="DM Sans ExtraBold"/>
              <a:sym typeface="DM Sans ExtraBold"/>
            </a:endParaRPr>
          </a:p>
        </p:txBody>
      </p:sp>
      <p:sp>
        <p:nvSpPr>
          <p:cNvPr id="130" name="Google Shape;130;p16"/>
          <p:cNvSpPr txBox="1"/>
          <p:nvPr/>
        </p:nvSpPr>
        <p:spPr>
          <a:xfrm rot="-563088">
            <a:off x="14021884" y="3241367"/>
            <a:ext cx="3280305" cy="1814079"/>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6548" u="none" cap="none" strike="noStrike">
                <a:solidFill>
                  <a:srgbClr val="FFFFFF"/>
                </a:solidFill>
                <a:latin typeface="DM Sans ExtraBold"/>
                <a:ea typeface="DM Sans ExtraBold"/>
                <a:cs typeface="DM Sans ExtraBold"/>
                <a:sym typeface="DM Sans ExtraBold"/>
              </a:rPr>
              <a:t> 30'000   </a:t>
            </a:r>
            <a:endParaRPr>
              <a:latin typeface="DM Sans ExtraBold"/>
              <a:ea typeface="DM Sans ExtraBold"/>
              <a:cs typeface="DM Sans ExtraBold"/>
              <a:sym typeface="DM Sans ExtraBold"/>
            </a:endParaRPr>
          </a:p>
          <a:p>
            <a:pPr indent="0" lvl="0" marL="0" marR="0" rtl="0" algn="ctr">
              <a:lnSpc>
                <a:spcPct val="100000"/>
              </a:lnSpc>
              <a:spcBef>
                <a:spcPts val="0"/>
              </a:spcBef>
              <a:spcAft>
                <a:spcPts val="0"/>
              </a:spcAft>
              <a:buNone/>
            </a:pPr>
            <a:r>
              <a:rPr i="0" lang="en-US" sz="2619" u="none" cap="none" strike="noStrike">
                <a:solidFill>
                  <a:srgbClr val="FFFFFF"/>
                </a:solidFill>
                <a:latin typeface="DM Sans ExtraBold"/>
                <a:ea typeface="DM Sans ExtraBold"/>
                <a:cs typeface="DM Sans ExtraBold"/>
                <a:sym typeface="DM Sans ExtraBold"/>
              </a:rPr>
              <a:t>Erreichte Jugendliche</a:t>
            </a:r>
            <a:endParaRPr>
              <a:latin typeface="DM Sans ExtraBold"/>
              <a:ea typeface="DM Sans ExtraBold"/>
              <a:cs typeface="DM Sans ExtraBold"/>
              <a:sym typeface="DM Sans ExtraBold"/>
            </a:endParaRPr>
          </a:p>
        </p:txBody>
      </p:sp>
      <p:sp>
        <p:nvSpPr>
          <p:cNvPr id="131" name="Google Shape;131;p16"/>
          <p:cNvSpPr txBox="1"/>
          <p:nvPr/>
        </p:nvSpPr>
        <p:spPr>
          <a:xfrm>
            <a:off x="997833" y="757762"/>
            <a:ext cx="7975200" cy="1231500"/>
          </a:xfrm>
          <a:prstGeom prst="rect">
            <a:avLst/>
          </a:prstGeom>
          <a:noFill/>
          <a:ln>
            <a:noFill/>
          </a:ln>
        </p:spPr>
        <p:txBody>
          <a:bodyPr anchorCtr="0" anchor="t" bIns="0" lIns="0" spcFirstLastPara="1" rIns="0" wrap="square" tIns="0">
            <a:spAutoFit/>
          </a:bodyPr>
          <a:lstStyle/>
          <a:p>
            <a:pPr indent="0" lvl="0" marL="0" marR="0" rtl="0" algn="just">
              <a:lnSpc>
                <a:spcPct val="80000"/>
              </a:lnSpc>
              <a:spcBef>
                <a:spcPts val="0"/>
              </a:spcBef>
              <a:spcAft>
                <a:spcPts val="0"/>
              </a:spcAft>
              <a:buNone/>
            </a:pPr>
            <a:r>
              <a:rPr lang="en-US" sz="5000">
                <a:latin typeface="DM Sans ExtraBold"/>
                <a:ea typeface="DM Sans ExtraBold"/>
                <a:cs typeface="DM Sans ExtraBold"/>
                <a:sym typeface="DM Sans ExtraBold"/>
              </a:rPr>
              <a:t>Duale Folie</a:t>
            </a:r>
            <a:r>
              <a:rPr i="0" lang="en-US" sz="5000" u="none" cap="none" strike="noStrike">
                <a:solidFill>
                  <a:srgbClr val="000000"/>
                </a:solidFill>
                <a:latin typeface="DM Sans ExtraBold"/>
                <a:ea typeface="DM Sans ExtraBold"/>
                <a:cs typeface="DM Sans ExtraBold"/>
                <a:sym typeface="DM Sans ExtraBold"/>
              </a:rPr>
              <a:t>.  </a:t>
            </a:r>
            <a:endParaRPr sz="5000">
              <a:latin typeface="DM Sans ExtraBold"/>
              <a:ea typeface="DM Sans ExtraBold"/>
              <a:cs typeface="DM Sans ExtraBold"/>
              <a:sym typeface="DM Sans ExtraBold"/>
            </a:endParaRPr>
          </a:p>
          <a:p>
            <a:pPr indent="0" lvl="0" marL="0" marR="0" rtl="0" algn="just">
              <a:lnSpc>
                <a:spcPct val="80000"/>
              </a:lnSpc>
              <a:spcBef>
                <a:spcPts val="0"/>
              </a:spcBef>
              <a:spcAft>
                <a:spcPts val="0"/>
              </a:spcAft>
              <a:buNone/>
            </a:pPr>
            <a:r>
              <a:rPr lang="en-US" sz="5000">
                <a:latin typeface="DM Sans"/>
                <a:ea typeface="DM Sans"/>
                <a:cs typeface="DM Sans"/>
                <a:sym typeface="DM Sans"/>
              </a:rPr>
              <a:t>Text und Bild/ Zahlen</a:t>
            </a:r>
            <a:r>
              <a:rPr i="0" lang="en-US" sz="5000" u="none" cap="none" strike="noStrike">
                <a:solidFill>
                  <a:srgbClr val="000000"/>
                </a:solidFill>
                <a:latin typeface="DM Sans"/>
                <a:ea typeface="DM Sans"/>
                <a:cs typeface="DM Sans"/>
                <a:sym typeface="DM Sans"/>
              </a:rPr>
              <a:t>.</a:t>
            </a:r>
            <a:endParaRPr i="0" sz="4100" u="none" cap="none" strike="noStrike">
              <a:solidFill>
                <a:srgbClr val="000000"/>
              </a:solidFill>
              <a:latin typeface="DM Sans ExtraBold"/>
              <a:ea typeface="DM Sans ExtraBold"/>
              <a:cs typeface="DM Sans ExtraBold"/>
              <a:sym typeface="DM Sans ExtraBold"/>
            </a:endParaRPr>
          </a:p>
        </p:txBody>
      </p:sp>
      <p:sp>
        <p:nvSpPr>
          <p:cNvPr id="132" name="Google Shape;132;p16"/>
          <p:cNvSpPr txBox="1"/>
          <p:nvPr/>
        </p:nvSpPr>
        <p:spPr>
          <a:xfrm>
            <a:off x="997833" y="3200422"/>
            <a:ext cx="7637100" cy="52320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lang="en-US" sz="2499">
                <a:latin typeface="IBM Plex Sans"/>
                <a:ea typeface="IBM Plex Sans"/>
                <a:cs typeface="IBM Plex Sans"/>
                <a:sym typeface="IBM Plex Sans"/>
              </a:rPr>
              <a:t>I</a:t>
            </a:r>
            <a:r>
              <a:rPr i="0" lang="en-US" sz="2499" u="none" cap="none" strike="noStrike">
                <a:solidFill>
                  <a:srgbClr val="000000"/>
                </a:solidFill>
                <a:latin typeface="IBM Plex Sans"/>
                <a:ea typeface="IBM Plex Sans"/>
                <a:cs typeface="IBM Plex Sans"/>
                <a:sym typeface="IBM Plex Sans"/>
              </a:rPr>
              <a:t>CT Scouts ist </a:t>
            </a:r>
            <a:r>
              <a:rPr i="0" lang="en-US" sz="2499" u="sng" cap="none" strike="noStrike">
                <a:solidFill>
                  <a:srgbClr val="000000"/>
                </a:solidFill>
                <a:latin typeface="IBM Plex Sans"/>
                <a:ea typeface="IBM Plex Sans"/>
                <a:cs typeface="IBM Plex Sans"/>
                <a:sym typeface="IBM Plex Sans"/>
              </a:rPr>
              <a:t>die</a:t>
            </a:r>
            <a:r>
              <a:rPr i="0" lang="en-US" sz="2499" u="none" cap="none" strike="noStrike">
                <a:solidFill>
                  <a:srgbClr val="000000"/>
                </a:solidFill>
                <a:latin typeface="IBM Plex Sans"/>
                <a:ea typeface="IBM Plex Sans"/>
                <a:cs typeface="IBM Plex Sans"/>
                <a:sym typeface="IBM Plex Sans"/>
              </a:rPr>
              <a:t> Schweizer NGO, die die nächste Generation digitaler Fachkräfte und ihre Projekte findet, fördert und vernetzt.</a:t>
            </a:r>
            <a:endParaRPr>
              <a:latin typeface="IBM Plex Sans"/>
              <a:ea typeface="IBM Plex Sans"/>
              <a:cs typeface="IBM Plex Sans"/>
              <a:sym typeface="IBM Plex Sans"/>
            </a:endParaRPr>
          </a:p>
          <a:p>
            <a:pPr indent="0" lvl="0" marL="0" marR="0" rtl="0" algn="l">
              <a:lnSpc>
                <a:spcPct val="140016"/>
              </a:lnSpc>
              <a:spcBef>
                <a:spcPts val="0"/>
              </a:spcBef>
              <a:spcAft>
                <a:spcPts val="0"/>
              </a:spcAft>
              <a:buNone/>
            </a:pPr>
            <a:r>
              <a:t/>
            </a:r>
            <a:endParaRPr i="0" sz="2499" u="none" cap="none" strike="noStrike">
              <a:solidFill>
                <a:srgbClr val="000000"/>
              </a:solidFill>
              <a:latin typeface="IBM Plex Sans"/>
              <a:ea typeface="IBM Plex Sans"/>
              <a:cs typeface="IBM Plex Sans"/>
              <a:sym typeface="IBM Plex Sans"/>
            </a:endParaRPr>
          </a:p>
          <a:p>
            <a:pPr indent="0" lvl="0" marL="0" marR="0" rtl="0" algn="l">
              <a:lnSpc>
                <a:spcPct val="140016"/>
              </a:lnSpc>
              <a:spcBef>
                <a:spcPts val="0"/>
              </a:spcBef>
              <a:spcAft>
                <a:spcPts val="0"/>
              </a:spcAft>
              <a:buNone/>
            </a:pPr>
            <a:r>
              <a:rPr i="0" lang="en-US" sz="2499" u="none" cap="none" strike="noStrike">
                <a:solidFill>
                  <a:srgbClr val="000000"/>
                </a:solidFill>
                <a:latin typeface="IBM Plex Sans"/>
                <a:ea typeface="IBM Plex Sans"/>
                <a:cs typeface="IBM Plex Sans"/>
                <a:sym typeface="IBM Plex Sans"/>
              </a:rPr>
              <a:t>Seit über 10 Jahren öffnen wir Jugendlichen die Tür zur Tech-Welt als eine der führenden MINT-Initiativen der Schweiz und eine der grössten Communities junger TechTalents.</a:t>
            </a:r>
            <a:endParaRPr>
              <a:latin typeface="IBM Plex Sans"/>
              <a:ea typeface="IBM Plex Sans"/>
              <a:cs typeface="IBM Plex Sans"/>
              <a:sym typeface="IBM Plex Sans"/>
            </a:endParaRPr>
          </a:p>
          <a:p>
            <a:pPr indent="0" lvl="0" marL="0" marR="0" rtl="0" algn="l">
              <a:lnSpc>
                <a:spcPct val="140016"/>
              </a:lnSpc>
              <a:spcBef>
                <a:spcPts val="0"/>
              </a:spcBef>
              <a:spcAft>
                <a:spcPts val="0"/>
              </a:spcAft>
              <a:buNone/>
            </a:pPr>
            <a:r>
              <a:t/>
            </a:r>
            <a:endParaRPr i="0" sz="2499" u="none" cap="none" strike="noStrike">
              <a:solidFill>
                <a:srgbClr val="000000"/>
              </a:solidFill>
              <a:latin typeface="IBM Plex Sans"/>
              <a:ea typeface="IBM Plex Sans"/>
              <a:cs typeface="IBM Plex Sans"/>
              <a:sym typeface="IBM Plex Sans"/>
            </a:endParaRPr>
          </a:p>
          <a:p>
            <a:pPr indent="0" lvl="0" marL="0" marR="0" rtl="0" algn="l">
              <a:lnSpc>
                <a:spcPct val="140016"/>
              </a:lnSpc>
              <a:spcBef>
                <a:spcPts val="0"/>
              </a:spcBef>
              <a:spcAft>
                <a:spcPts val="0"/>
              </a:spcAft>
              <a:buNone/>
            </a:pPr>
            <a:r>
              <a:t/>
            </a:r>
            <a:endParaRPr i="0" sz="2499" u="none" cap="none" strike="noStrike">
              <a:solidFill>
                <a:srgbClr val="000000"/>
              </a:solidFill>
              <a:latin typeface="IBM Plex Sans"/>
              <a:ea typeface="IBM Plex Sans"/>
              <a:cs typeface="IBM Plex Sans"/>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DF9"/>
        </a:solidFill>
      </p:bgPr>
    </p:bg>
    <p:spTree>
      <p:nvGrpSpPr>
        <p:cNvPr id="136" name="Shape 136"/>
        <p:cNvGrpSpPr/>
        <p:nvPr/>
      </p:nvGrpSpPr>
      <p:grpSpPr>
        <a:xfrm>
          <a:off x="0" y="0"/>
          <a:ext cx="0" cy="0"/>
          <a:chOff x="0" y="0"/>
          <a:chExt cx="0" cy="0"/>
        </a:xfrm>
      </p:grpSpPr>
      <p:sp>
        <p:nvSpPr>
          <p:cNvPr id="137" name="Google Shape;137;p17"/>
          <p:cNvSpPr txBox="1"/>
          <p:nvPr/>
        </p:nvSpPr>
        <p:spPr>
          <a:xfrm>
            <a:off x="823054" y="1637353"/>
            <a:ext cx="9317100" cy="197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500" u="none" cap="none" strike="noStrike">
                <a:solidFill>
                  <a:srgbClr val="000000"/>
                </a:solidFill>
                <a:latin typeface="DM Sans"/>
                <a:ea typeface="DM Sans"/>
                <a:cs typeface="DM Sans"/>
                <a:sym typeface="DM Sans"/>
              </a:rPr>
              <a:t>Wir finden die Talente von Morgen und geben ihnen den Raum und die Werkzeuge, ihre digitale Zukunft zu gestalten. Für alle, nicht nur für wenige. </a:t>
            </a:r>
            <a:endParaRPr b="1" sz="2500">
              <a:latin typeface="DM Sans"/>
              <a:ea typeface="DM Sans"/>
              <a:cs typeface="DM Sans"/>
              <a:sym typeface="DM Sans"/>
            </a:endParaRPr>
          </a:p>
          <a:p>
            <a:pPr indent="0" lvl="0" marL="0" marR="0" rtl="0" algn="l">
              <a:lnSpc>
                <a:spcPct val="100000"/>
              </a:lnSpc>
              <a:spcBef>
                <a:spcPts val="0"/>
              </a:spcBef>
              <a:spcAft>
                <a:spcPts val="0"/>
              </a:spcAft>
              <a:buNone/>
            </a:pPr>
            <a:r>
              <a:t/>
            </a:r>
            <a:endParaRPr b="1" i="0" sz="2799" u="none" cap="none" strike="noStrike">
              <a:solidFill>
                <a:srgbClr val="000000"/>
              </a:solidFill>
              <a:latin typeface="Arial"/>
              <a:ea typeface="Arial"/>
              <a:cs typeface="Arial"/>
              <a:sym typeface="Arial"/>
            </a:endParaRPr>
          </a:p>
        </p:txBody>
      </p:sp>
      <p:sp>
        <p:nvSpPr>
          <p:cNvPr id="138" name="Google Shape;138;p17"/>
          <p:cNvSpPr txBox="1"/>
          <p:nvPr/>
        </p:nvSpPr>
        <p:spPr>
          <a:xfrm>
            <a:off x="823061" y="797838"/>
            <a:ext cx="14334000" cy="7695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i="0" lang="en-US" sz="5000" u="none" cap="none" strike="noStrike">
                <a:solidFill>
                  <a:srgbClr val="000000"/>
                </a:solidFill>
                <a:latin typeface="DM Sans"/>
                <a:ea typeface="DM Sans"/>
                <a:cs typeface="DM Sans"/>
                <a:sym typeface="DM Sans"/>
              </a:rPr>
              <a:t>Unser</a:t>
            </a:r>
            <a:r>
              <a:rPr i="0" lang="en-US" sz="5000" u="none" cap="none" strike="noStrike">
                <a:solidFill>
                  <a:srgbClr val="000000"/>
                </a:solidFill>
                <a:latin typeface="DM Sans Black"/>
                <a:ea typeface="DM Sans Black"/>
                <a:cs typeface="DM Sans Black"/>
                <a:sym typeface="DM Sans Black"/>
              </a:rPr>
              <a:t> Why</a:t>
            </a:r>
            <a:endParaRPr sz="5000">
              <a:latin typeface="DM Sans Black"/>
              <a:ea typeface="DM Sans Black"/>
              <a:cs typeface="DM Sans Black"/>
              <a:sym typeface="DM Sans Black"/>
            </a:endParaRPr>
          </a:p>
        </p:txBody>
      </p:sp>
      <p:grpSp>
        <p:nvGrpSpPr>
          <p:cNvPr id="139" name="Google Shape;139;p17"/>
          <p:cNvGrpSpPr/>
          <p:nvPr/>
        </p:nvGrpSpPr>
        <p:grpSpPr>
          <a:xfrm rot="-582372">
            <a:off x="833872" y="5330081"/>
            <a:ext cx="4440853" cy="722294"/>
            <a:chOff x="0" y="-28575"/>
            <a:chExt cx="1169607" cy="190234"/>
          </a:xfrm>
        </p:grpSpPr>
        <p:sp>
          <p:nvSpPr>
            <p:cNvPr id="140" name="Google Shape;140;p17"/>
            <p:cNvSpPr/>
            <p:nvPr/>
          </p:nvSpPr>
          <p:spPr>
            <a:xfrm>
              <a:off x="0" y="0"/>
              <a:ext cx="1169607" cy="161659"/>
            </a:xfrm>
            <a:custGeom>
              <a:rect b="b" l="l" r="r" t="t"/>
              <a:pathLst>
                <a:path extrusionOk="0" h="161659" w="1169607">
                  <a:moveTo>
                    <a:pt x="0" y="0"/>
                  </a:moveTo>
                  <a:lnTo>
                    <a:pt x="1169607" y="0"/>
                  </a:lnTo>
                  <a:lnTo>
                    <a:pt x="1169607" y="161659"/>
                  </a:lnTo>
                  <a:lnTo>
                    <a:pt x="0" y="161659"/>
                  </a:lnTo>
                  <a:close/>
                </a:path>
              </a:pathLst>
            </a:custGeom>
            <a:solidFill>
              <a:srgbClr val="EFEFFF"/>
            </a:solidFill>
            <a:ln>
              <a:noFill/>
            </a:ln>
          </p:spPr>
        </p:sp>
        <p:sp>
          <p:nvSpPr>
            <p:cNvPr id="141" name="Google Shape;141;p17"/>
            <p:cNvSpPr txBox="1"/>
            <p:nvPr/>
          </p:nvSpPr>
          <p:spPr>
            <a:xfrm>
              <a:off x="0" y="-28575"/>
              <a:ext cx="1169607" cy="19023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2" name="Google Shape;142;p17"/>
          <p:cNvSpPr txBox="1"/>
          <p:nvPr/>
        </p:nvSpPr>
        <p:spPr>
          <a:xfrm>
            <a:off x="6357975" y="5248088"/>
            <a:ext cx="5961900" cy="115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i="0" lang="en-US" sz="2500" u="none" cap="none" strike="noStrike">
                <a:solidFill>
                  <a:srgbClr val="000000"/>
                </a:solidFill>
                <a:latin typeface="IBM Plex Sans Light"/>
                <a:ea typeface="IBM Plex Sans Light"/>
                <a:cs typeface="IBM Plex Sans Light"/>
                <a:sym typeface="IBM Plex Sans Light"/>
              </a:rPr>
              <a:t>"Ich kann das. Mein Wirken zählt." </a:t>
            </a:r>
            <a:br>
              <a:rPr i="0" lang="en-US" sz="2500" u="none" cap="none" strike="noStrike">
                <a:solidFill>
                  <a:srgbClr val="000000"/>
                </a:solidFill>
                <a:latin typeface="IBM Plex Sans Light"/>
                <a:ea typeface="IBM Plex Sans Light"/>
                <a:cs typeface="IBM Plex Sans Light"/>
                <a:sym typeface="IBM Plex Sans Light"/>
              </a:rPr>
            </a:br>
            <a:r>
              <a:rPr i="0" lang="en-US" sz="2500" u="none" cap="none" strike="noStrike">
                <a:solidFill>
                  <a:srgbClr val="000000"/>
                </a:solidFill>
                <a:latin typeface="IBM Plex Sans Light"/>
                <a:ea typeface="IBM Plex Sans Light"/>
                <a:cs typeface="IBM Plex Sans Light"/>
                <a:sym typeface="IBM Plex Sans Light"/>
              </a:rPr>
              <a:t>Dieses Gefühl nehmen sie mit nach Hause, in den Beruf, ins Leben.</a:t>
            </a:r>
            <a:endParaRPr sz="2500">
              <a:latin typeface="IBM Plex Sans Light"/>
              <a:ea typeface="IBM Plex Sans Light"/>
              <a:cs typeface="IBM Plex Sans Light"/>
              <a:sym typeface="IBM Plex Sans Light"/>
            </a:endParaRPr>
          </a:p>
        </p:txBody>
      </p:sp>
      <p:sp>
        <p:nvSpPr>
          <p:cNvPr id="143" name="Google Shape;143;p17"/>
          <p:cNvSpPr txBox="1"/>
          <p:nvPr/>
        </p:nvSpPr>
        <p:spPr>
          <a:xfrm>
            <a:off x="12289225" y="6828925"/>
            <a:ext cx="5103600" cy="307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i="0" lang="en-US" sz="2500" u="none" cap="none" strike="noStrike">
                <a:solidFill>
                  <a:srgbClr val="000000"/>
                </a:solidFill>
                <a:latin typeface="IBM Plex Sans Light"/>
                <a:ea typeface="IBM Plex Sans Light"/>
                <a:cs typeface="IBM Plex Sans Light"/>
                <a:sym typeface="IBM Plex Sans Light"/>
              </a:rPr>
              <a:t>packen wir gemeinsam: Skills, Leadership, Kollaboration, soziale Kompetenzen. Alles, um die Herausforderungen der Zukunft anzupacken. Denn ein starker Innovationsstandort Schweiz braucht kluge Köpfe.</a:t>
            </a:r>
            <a:endParaRPr sz="2500">
              <a:latin typeface="IBM Plex Sans Light"/>
              <a:ea typeface="IBM Plex Sans Light"/>
              <a:cs typeface="IBM Plex Sans Light"/>
              <a:sym typeface="IBM Plex Sans Light"/>
            </a:endParaRPr>
          </a:p>
          <a:p>
            <a:pPr indent="0" lvl="0" marL="0" marR="0" rtl="0" algn="l">
              <a:lnSpc>
                <a:spcPct val="100000"/>
              </a:lnSpc>
              <a:spcBef>
                <a:spcPts val="0"/>
              </a:spcBef>
              <a:spcAft>
                <a:spcPts val="0"/>
              </a:spcAft>
              <a:buNone/>
            </a:pPr>
            <a:r>
              <a:t/>
            </a:r>
            <a:endParaRPr i="0" sz="2500" u="none" cap="none" strike="noStrike">
              <a:solidFill>
                <a:srgbClr val="000000"/>
              </a:solidFill>
              <a:latin typeface="IBM Plex Sans Light"/>
              <a:ea typeface="IBM Plex Sans Light"/>
              <a:cs typeface="IBM Plex Sans Light"/>
              <a:sym typeface="IBM Plex Sans Light"/>
            </a:endParaRPr>
          </a:p>
        </p:txBody>
      </p:sp>
      <p:sp>
        <p:nvSpPr>
          <p:cNvPr id="144" name="Google Shape;144;p17"/>
          <p:cNvSpPr txBox="1"/>
          <p:nvPr/>
        </p:nvSpPr>
        <p:spPr>
          <a:xfrm>
            <a:off x="6239624" y="8347400"/>
            <a:ext cx="5420700" cy="153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i="0" lang="en-US" sz="2500" u="none" cap="none" strike="noStrike">
                <a:solidFill>
                  <a:srgbClr val="000000"/>
                </a:solidFill>
                <a:latin typeface="IBM Plex Sans Light"/>
                <a:ea typeface="IBM Plex Sans Light"/>
                <a:cs typeface="IBM Plex Sans Light"/>
                <a:sym typeface="IBM Plex Sans Light"/>
              </a:rPr>
              <a:t>Unabhängig von Geschlecht, Herkunft oder sozialem Hintergrund. Gleichberechtigung ist Voraussetzung für unseren Impact in der Schweiz.</a:t>
            </a:r>
            <a:endParaRPr sz="2500">
              <a:latin typeface="IBM Plex Sans Light"/>
              <a:ea typeface="IBM Plex Sans Light"/>
              <a:cs typeface="IBM Plex Sans Light"/>
              <a:sym typeface="IBM Plex Sans Light"/>
            </a:endParaRPr>
          </a:p>
        </p:txBody>
      </p:sp>
      <p:grpSp>
        <p:nvGrpSpPr>
          <p:cNvPr id="145" name="Google Shape;145;p17"/>
          <p:cNvGrpSpPr/>
          <p:nvPr/>
        </p:nvGrpSpPr>
        <p:grpSpPr>
          <a:xfrm rot="247941">
            <a:off x="6302625" y="4520200"/>
            <a:ext cx="6545756" cy="628772"/>
            <a:chOff x="0" y="-28575"/>
            <a:chExt cx="1352714" cy="259942"/>
          </a:xfrm>
        </p:grpSpPr>
        <p:sp>
          <p:nvSpPr>
            <p:cNvPr id="146" name="Google Shape;146;p17"/>
            <p:cNvSpPr/>
            <p:nvPr/>
          </p:nvSpPr>
          <p:spPr>
            <a:xfrm>
              <a:off x="0" y="0"/>
              <a:ext cx="1352714" cy="231367"/>
            </a:xfrm>
            <a:custGeom>
              <a:rect b="b" l="l" r="r" t="t"/>
              <a:pathLst>
                <a:path extrusionOk="0" h="231367" w="1352714">
                  <a:moveTo>
                    <a:pt x="0" y="0"/>
                  </a:moveTo>
                  <a:lnTo>
                    <a:pt x="1352714" y="0"/>
                  </a:lnTo>
                  <a:lnTo>
                    <a:pt x="1352714" y="231367"/>
                  </a:lnTo>
                  <a:lnTo>
                    <a:pt x="0" y="231367"/>
                  </a:lnTo>
                  <a:close/>
                </a:path>
              </a:pathLst>
            </a:custGeom>
            <a:solidFill>
              <a:srgbClr val="EFEFFF"/>
            </a:solidFill>
            <a:ln>
              <a:noFill/>
            </a:ln>
          </p:spPr>
        </p:sp>
        <p:sp>
          <p:nvSpPr>
            <p:cNvPr id="147" name="Google Shape;147;p17"/>
            <p:cNvSpPr txBox="1"/>
            <p:nvPr/>
          </p:nvSpPr>
          <p:spPr>
            <a:xfrm>
              <a:off x="0" y="-28575"/>
              <a:ext cx="1352714" cy="25994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8" name="Google Shape;148;p17"/>
          <p:cNvGrpSpPr/>
          <p:nvPr/>
        </p:nvGrpSpPr>
        <p:grpSpPr>
          <a:xfrm rot="-433846">
            <a:off x="5973148" y="7439543"/>
            <a:ext cx="4440876" cy="722296"/>
            <a:chOff x="0" y="-28575"/>
            <a:chExt cx="1169607" cy="190234"/>
          </a:xfrm>
        </p:grpSpPr>
        <p:sp>
          <p:nvSpPr>
            <p:cNvPr id="149" name="Google Shape;149;p17"/>
            <p:cNvSpPr/>
            <p:nvPr/>
          </p:nvSpPr>
          <p:spPr>
            <a:xfrm>
              <a:off x="0" y="0"/>
              <a:ext cx="1169607" cy="161659"/>
            </a:xfrm>
            <a:custGeom>
              <a:rect b="b" l="l" r="r" t="t"/>
              <a:pathLst>
                <a:path extrusionOk="0" h="161659" w="1169607">
                  <a:moveTo>
                    <a:pt x="0" y="0"/>
                  </a:moveTo>
                  <a:lnTo>
                    <a:pt x="1169607" y="0"/>
                  </a:lnTo>
                  <a:lnTo>
                    <a:pt x="1169607" y="161659"/>
                  </a:lnTo>
                  <a:lnTo>
                    <a:pt x="0" y="161659"/>
                  </a:lnTo>
                  <a:close/>
                </a:path>
              </a:pathLst>
            </a:custGeom>
            <a:solidFill>
              <a:srgbClr val="EFEFFF"/>
            </a:solidFill>
            <a:ln>
              <a:noFill/>
            </a:ln>
          </p:spPr>
        </p:sp>
        <p:sp>
          <p:nvSpPr>
            <p:cNvPr id="150" name="Google Shape;150;p17"/>
            <p:cNvSpPr txBox="1"/>
            <p:nvPr/>
          </p:nvSpPr>
          <p:spPr>
            <a:xfrm>
              <a:off x="0" y="-28575"/>
              <a:ext cx="1169607" cy="19023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1" name="Google Shape;151;p17"/>
          <p:cNvGrpSpPr/>
          <p:nvPr/>
        </p:nvGrpSpPr>
        <p:grpSpPr>
          <a:xfrm rot="228232">
            <a:off x="12220581" y="5960127"/>
            <a:ext cx="4440853" cy="722294"/>
            <a:chOff x="0" y="-28575"/>
            <a:chExt cx="1169607" cy="190234"/>
          </a:xfrm>
        </p:grpSpPr>
        <p:sp>
          <p:nvSpPr>
            <p:cNvPr id="152" name="Google Shape;152;p17"/>
            <p:cNvSpPr/>
            <p:nvPr/>
          </p:nvSpPr>
          <p:spPr>
            <a:xfrm>
              <a:off x="0" y="0"/>
              <a:ext cx="1169607" cy="161659"/>
            </a:xfrm>
            <a:custGeom>
              <a:rect b="b" l="l" r="r" t="t"/>
              <a:pathLst>
                <a:path extrusionOk="0" h="161659" w="1169607">
                  <a:moveTo>
                    <a:pt x="0" y="0"/>
                  </a:moveTo>
                  <a:lnTo>
                    <a:pt x="1169607" y="0"/>
                  </a:lnTo>
                  <a:lnTo>
                    <a:pt x="1169607" y="161659"/>
                  </a:lnTo>
                  <a:lnTo>
                    <a:pt x="0" y="161659"/>
                  </a:lnTo>
                  <a:close/>
                </a:path>
              </a:pathLst>
            </a:custGeom>
            <a:solidFill>
              <a:srgbClr val="EFEFFF"/>
            </a:solidFill>
            <a:ln>
              <a:noFill/>
            </a:ln>
          </p:spPr>
        </p:sp>
        <p:sp>
          <p:nvSpPr>
            <p:cNvPr id="153" name="Google Shape;153;p17"/>
            <p:cNvSpPr txBox="1"/>
            <p:nvPr/>
          </p:nvSpPr>
          <p:spPr>
            <a:xfrm>
              <a:off x="0" y="-28575"/>
              <a:ext cx="1169607" cy="19023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4" name="Google Shape;154;p17"/>
          <p:cNvGrpSpPr/>
          <p:nvPr/>
        </p:nvGrpSpPr>
        <p:grpSpPr>
          <a:xfrm>
            <a:off x="1017522" y="5007582"/>
            <a:ext cx="786062" cy="786062"/>
            <a:chOff x="0" y="0"/>
            <a:chExt cx="812800" cy="812800"/>
          </a:xfrm>
        </p:grpSpPr>
        <p:sp>
          <p:nvSpPr>
            <p:cNvPr id="155" name="Google Shape;155;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ExtraBold"/>
                <a:ea typeface="DM Sans ExtraBold"/>
                <a:cs typeface="DM Sans ExtraBold"/>
                <a:sym typeface="DM Sans ExtraBold"/>
              </a:endParaRPr>
            </a:p>
          </p:txBody>
        </p:sp>
        <p:sp>
          <p:nvSpPr>
            <p:cNvPr id="156" name="Google Shape;156;p17"/>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0015"/>
                </a:lnSpc>
                <a:spcBef>
                  <a:spcPts val="0"/>
                </a:spcBef>
                <a:spcAft>
                  <a:spcPts val="0"/>
                </a:spcAft>
                <a:buNone/>
              </a:pPr>
              <a:r>
                <a:rPr i="0" lang="en-US" sz="2599" u="none" cap="none" strike="noStrike">
                  <a:solidFill>
                    <a:srgbClr val="FFFFFF"/>
                  </a:solidFill>
                  <a:latin typeface="DM Sans ExtraBold"/>
                  <a:ea typeface="DM Sans ExtraBold"/>
                  <a:cs typeface="DM Sans ExtraBold"/>
                  <a:sym typeface="DM Sans ExtraBold"/>
                </a:rPr>
                <a:t>1</a:t>
              </a:r>
              <a:endParaRPr>
                <a:latin typeface="DM Sans ExtraBold"/>
                <a:ea typeface="DM Sans ExtraBold"/>
                <a:cs typeface="DM Sans ExtraBold"/>
                <a:sym typeface="DM Sans ExtraBold"/>
              </a:endParaRPr>
            </a:p>
          </p:txBody>
        </p:sp>
      </p:grpSp>
      <p:sp>
        <p:nvSpPr>
          <p:cNvPr id="157" name="Google Shape;157;p17"/>
          <p:cNvSpPr txBox="1"/>
          <p:nvPr/>
        </p:nvSpPr>
        <p:spPr>
          <a:xfrm>
            <a:off x="1104125" y="6438700"/>
            <a:ext cx="4506600" cy="2308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i="0" lang="en-US" sz="2500" u="none" cap="none" strike="noStrike">
                <a:solidFill>
                  <a:srgbClr val="000000"/>
                </a:solidFill>
                <a:latin typeface="IBM Plex Sans Light"/>
                <a:ea typeface="IBM Plex Sans Light"/>
                <a:cs typeface="IBM Plex Sans Light"/>
                <a:sym typeface="IBM Plex Sans Light"/>
              </a:rPr>
              <a:t>Digitalisierung, Ideenschmiede, kreatives Problemlösen, Teamwork, Digital Literacy... </a:t>
            </a:r>
            <a:endParaRPr sz="2500">
              <a:latin typeface="IBM Plex Sans Light"/>
              <a:ea typeface="IBM Plex Sans Light"/>
              <a:cs typeface="IBM Plex Sans Light"/>
              <a:sym typeface="IBM Plex Sans Light"/>
            </a:endParaRPr>
          </a:p>
          <a:p>
            <a:pPr indent="0" lvl="0" marL="0" marR="0" rtl="0" algn="l">
              <a:lnSpc>
                <a:spcPct val="100000"/>
              </a:lnSpc>
              <a:spcBef>
                <a:spcPts val="0"/>
              </a:spcBef>
              <a:spcAft>
                <a:spcPts val="0"/>
              </a:spcAft>
              <a:buNone/>
            </a:pPr>
            <a:r>
              <a:rPr i="0" lang="en-US" sz="2500" u="none" cap="none" strike="noStrike">
                <a:solidFill>
                  <a:srgbClr val="000000"/>
                </a:solidFill>
                <a:latin typeface="IBM Plex Sans Light"/>
                <a:ea typeface="IBM Plex Sans Light"/>
                <a:cs typeface="IBM Plex Sans Light"/>
                <a:sym typeface="IBM Plex Sans Light"/>
              </a:rPr>
              <a:t>Bei uns lernen Jugendliche durchs machen. </a:t>
            </a:r>
            <a:endParaRPr sz="2500">
              <a:latin typeface="IBM Plex Sans Light"/>
              <a:ea typeface="IBM Plex Sans Light"/>
              <a:cs typeface="IBM Plex Sans Light"/>
              <a:sym typeface="IBM Plex Sans Light"/>
            </a:endParaRPr>
          </a:p>
          <a:p>
            <a:pPr indent="0" lvl="0" marL="0" marR="0" rtl="0" algn="l">
              <a:lnSpc>
                <a:spcPct val="100000"/>
              </a:lnSpc>
              <a:spcBef>
                <a:spcPts val="0"/>
              </a:spcBef>
              <a:spcAft>
                <a:spcPts val="0"/>
              </a:spcAft>
              <a:buNone/>
            </a:pPr>
            <a:r>
              <a:t/>
            </a:r>
            <a:endParaRPr i="0" sz="2500" u="none" cap="none" strike="noStrike">
              <a:solidFill>
                <a:srgbClr val="000000"/>
              </a:solidFill>
              <a:latin typeface="IBM Plex Sans Light"/>
              <a:ea typeface="IBM Plex Sans Light"/>
              <a:cs typeface="IBM Plex Sans Light"/>
              <a:sym typeface="IBM Plex Sans Light"/>
            </a:endParaRPr>
          </a:p>
        </p:txBody>
      </p:sp>
      <p:sp>
        <p:nvSpPr>
          <p:cNvPr id="158" name="Google Shape;158;p17"/>
          <p:cNvSpPr txBox="1"/>
          <p:nvPr/>
        </p:nvSpPr>
        <p:spPr>
          <a:xfrm rot="-582453">
            <a:off x="969411" y="5542036"/>
            <a:ext cx="4252186" cy="38469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2500" u="none" cap="none" strike="noStrike">
                <a:solidFill>
                  <a:srgbClr val="000000"/>
                </a:solidFill>
                <a:latin typeface="DM Sans ExtraBold"/>
                <a:ea typeface="DM Sans ExtraBold"/>
                <a:cs typeface="DM Sans ExtraBold"/>
                <a:sym typeface="DM Sans ExtraBold"/>
              </a:rPr>
              <a:t>ICT ist mehr als Informatik </a:t>
            </a:r>
            <a:endParaRPr sz="2500">
              <a:latin typeface="DM Sans ExtraBold"/>
              <a:ea typeface="DM Sans ExtraBold"/>
              <a:cs typeface="DM Sans ExtraBold"/>
              <a:sym typeface="DM Sans ExtraBold"/>
            </a:endParaRPr>
          </a:p>
        </p:txBody>
      </p:sp>
      <p:sp>
        <p:nvSpPr>
          <p:cNvPr id="159" name="Google Shape;159;p17"/>
          <p:cNvSpPr txBox="1"/>
          <p:nvPr/>
        </p:nvSpPr>
        <p:spPr>
          <a:xfrm rot="250173">
            <a:off x="6215302" y="4676031"/>
            <a:ext cx="6667748" cy="38471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2500" u="none" cap="none" strike="noStrike">
                <a:solidFill>
                  <a:srgbClr val="000000"/>
                </a:solidFill>
                <a:latin typeface="DM Sans ExtraBold"/>
                <a:ea typeface="DM Sans ExtraBold"/>
                <a:cs typeface="DM Sans ExtraBold"/>
                <a:sym typeface="DM Sans ExtraBold"/>
              </a:rPr>
              <a:t>Selbstwirksamkeit und eigene Projekten </a:t>
            </a:r>
            <a:endParaRPr sz="2500">
              <a:latin typeface="DM Sans ExtraBold"/>
              <a:ea typeface="DM Sans ExtraBold"/>
              <a:cs typeface="DM Sans ExtraBold"/>
              <a:sym typeface="DM Sans ExtraBold"/>
            </a:endParaRPr>
          </a:p>
        </p:txBody>
      </p:sp>
      <p:sp>
        <p:nvSpPr>
          <p:cNvPr id="160" name="Google Shape;160;p17"/>
          <p:cNvSpPr txBox="1"/>
          <p:nvPr/>
        </p:nvSpPr>
        <p:spPr>
          <a:xfrm rot="-433982">
            <a:off x="6299512" y="7623210"/>
            <a:ext cx="4322296" cy="38494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2500" u="none" cap="none" strike="noStrike">
                <a:solidFill>
                  <a:srgbClr val="000000"/>
                </a:solidFill>
                <a:latin typeface="DM Sans ExtraBold"/>
                <a:ea typeface="DM Sans ExtraBold"/>
                <a:cs typeface="DM Sans ExtraBold"/>
                <a:sym typeface="DM Sans ExtraBold"/>
              </a:rPr>
              <a:t>Alle Talente dürfen rein </a:t>
            </a:r>
            <a:endParaRPr sz="2500">
              <a:latin typeface="DM Sans ExtraBold"/>
              <a:ea typeface="DM Sans ExtraBold"/>
              <a:cs typeface="DM Sans ExtraBold"/>
              <a:sym typeface="DM Sans ExtraBold"/>
            </a:endParaRPr>
          </a:p>
        </p:txBody>
      </p:sp>
      <p:sp>
        <p:nvSpPr>
          <p:cNvPr id="161" name="Google Shape;161;p17"/>
          <p:cNvSpPr txBox="1"/>
          <p:nvPr/>
        </p:nvSpPr>
        <p:spPr>
          <a:xfrm rot="228106">
            <a:off x="12327921" y="6195252"/>
            <a:ext cx="4275709" cy="38484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i="0" lang="en-US" sz="2500" u="none" cap="none" strike="noStrike">
                <a:solidFill>
                  <a:srgbClr val="000000"/>
                </a:solidFill>
                <a:latin typeface="DM Sans ExtraBold"/>
                <a:ea typeface="DM Sans ExtraBold"/>
                <a:cs typeface="DM Sans ExtraBold"/>
                <a:sym typeface="DM Sans ExtraBold"/>
              </a:rPr>
              <a:t>Der Rucksack für morgen </a:t>
            </a:r>
            <a:endParaRPr sz="2500">
              <a:latin typeface="DM Sans ExtraBold"/>
              <a:ea typeface="DM Sans ExtraBold"/>
              <a:cs typeface="DM Sans ExtraBold"/>
              <a:sym typeface="DM Sans ExtraBold"/>
            </a:endParaRPr>
          </a:p>
        </p:txBody>
      </p:sp>
      <p:grpSp>
        <p:nvGrpSpPr>
          <p:cNvPr id="162" name="Google Shape;162;p17"/>
          <p:cNvGrpSpPr/>
          <p:nvPr/>
        </p:nvGrpSpPr>
        <p:grpSpPr>
          <a:xfrm>
            <a:off x="11489110" y="4072300"/>
            <a:ext cx="786062" cy="786062"/>
            <a:chOff x="979510" y="269697"/>
            <a:chExt cx="812800" cy="812800"/>
          </a:xfrm>
        </p:grpSpPr>
        <p:sp>
          <p:nvSpPr>
            <p:cNvPr id="163" name="Google Shape;163;p17"/>
            <p:cNvSpPr/>
            <p:nvPr/>
          </p:nvSpPr>
          <p:spPr>
            <a:xfrm>
              <a:off x="979510" y="269697"/>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ExtraBold"/>
                <a:ea typeface="DM Sans ExtraBold"/>
                <a:cs typeface="DM Sans ExtraBold"/>
                <a:sym typeface="DM Sans ExtraBold"/>
              </a:endParaRPr>
            </a:p>
          </p:txBody>
        </p:sp>
        <p:sp>
          <p:nvSpPr>
            <p:cNvPr id="164" name="Google Shape;164;p17"/>
            <p:cNvSpPr txBox="1"/>
            <p:nvPr/>
          </p:nvSpPr>
          <p:spPr>
            <a:xfrm>
              <a:off x="1055748" y="317286"/>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5"/>
                </a:lnSpc>
                <a:spcBef>
                  <a:spcPts val="0"/>
                </a:spcBef>
                <a:spcAft>
                  <a:spcPts val="0"/>
                </a:spcAft>
                <a:buNone/>
              </a:pPr>
              <a:r>
                <a:rPr i="0" lang="en-US" sz="2599" u="none" cap="none" strike="noStrike">
                  <a:solidFill>
                    <a:srgbClr val="FFFFFF"/>
                  </a:solidFill>
                  <a:latin typeface="DM Sans ExtraBold"/>
                  <a:ea typeface="DM Sans ExtraBold"/>
                  <a:cs typeface="DM Sans ExtraBold"/>
                  <a:sym typeface="DM Sans ExtraBold"/>
                </a:rPr>
                <a:t>3</a:t>
              </a:r>
              <a:endParaRPr>
                <a:latin typeface="DM Sans ExtraBold"/>
                <a:ea typeface="DM Sans ExtraBold"/>
                <a:cs typeface="DM Sans ExtraBold"/>
                <a:sym typeface="DM Sans ExtraBold"/>
              </a:endParaRPr>
            </a:p>
          </p:txBody>
        </p:sp>
      </p:grpSp>
      <p:grpSp>
        <p:nvGrpSpPr>
          <p:cNvPr id="165" name="Google Shape;165;p17"/>
          <p:cNvGrpSpPr/>
          <p:nvPr/>
        </p:nvGrpSpPr>
        <p:grpSpPr>
          <a:xfrm>
            <a:off x="5717609" y="7407659"/>
            <a:ext cx="786062" cy="786062"/>
            <a:chOff x="-270964" y="15665"/>
            <a:chExt cx="812800" cy="812800"/>
          </a:xfrm>
        </p:grpSpPr>
        <p:sp>
          <p:nvSpPr>
            <p:cNvPr id="166" name="Google Shape;166;p17"/>
            <p:cNvSpPr/>
            <p:nvPr/>
          </p:nvSpPr>
          <p:spPr>
            <a:xfrm>
              <a:off x="-270964" y="15665"/>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ExtraBold"/>
                <a:ea typeface="DM Sans ExtraBold"/>
                <a:cs typeface="DM Sans ExtraBold"/>
                <a:sym typeface="DM Sans ExtraBold"/>
              </a:endParaRPr>
            </a:p>
          </p:txBody>
        </p:sp>
        <p:sp>
          <p:nvSpPr>
            <p:cNvPr id="167" name="Google Shape;167;p17"/>
            <p:cNvSpPr txBox="1"/>
            <p:nvPr/>
          </p:nvSpPr>
          <p:spPr>
            <a:xfrm>
              <a:off x="-194712" y="47602"/>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0015"/>
                </a:lnSpc>
                <a:spcBef>
                  <a:spcPts val="0"/>
                </a:spcBef>
                <a:spcAft>
                  <a:spcPts val="0"/>
                </a:spcAft>
                <a:buNone/>
              </a:pPr>
              <a:r>
                <a:rPr i="0" lang="en-US" sz="2599" u="none" cap="none" strike="noStrike">
                  <a:solidFill>
                    <a:srgbClr val="FFFFFF"/>
                  </a:solidFill>
                  <a:latin typeface="DM Sans ExtraBold"/>
                  <a:ea typeface="DM Sans ExtraBold"/>
                  <a:cs typeface="DM Sans ExtraBold"/>
                  <a:sym typeface="DM Sans ExtraBold"/>
                </a:rPr>
                <a:t>2</a:t>
              </a:r>
              <a:endParaRPr>
                <a:latin typeface="DM Sans ExtraBold"/>
                <a:ea typeface="DM Sans ExtraBold"/>
                <a:cs typeface="DM Sans ExtraBold"/>
                <a:sym typeface="DM Sans ExtraBold"/>
              </a:endParaRPr>
            </a:p>
          </p:txBody>
        </p:sp>
      </p:grpSp>
      <p:grpSp>
        <p:nvGrpSpPr>
          <p:cNvPr id="168" name="Google Shape;168;p17"/>
          <p:cNvGrpSpPr/>
          <p:nvPr/>
        </p:nvGrpSpPr>
        <p:grpSpPr>
          <a:xfrm>
            <a:off x="15786167" y="5612111"/>
            <a:ext cx="786059" cy="786059"/>
            <a:chOff x="0" y="0"/>
            <a:chExt cx="812800" cy="812800"/>
          </a:xfrm>
        </p:grpSpPr>
        <p:sp>
          <p:nvSpPr>
            <p:cNvPr id="169" name="Google Shape;169;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ExtraBold"/>
                <a:ea typeface="DM Sans ExtraBold"/>
                <a:cs typeface="DM Sans ExtraBold"/>
                <a:sym typeface="DM Sans ExtraBold"/>
              </a:endParaRPr>
            </a:p>
          </p:txBody>
        </p:sp>
        <p:sp>
          <p:nvSpPr>
            <p:cNvPr id="170" name="Google Shape;170;p17"/>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40015"/>
                </a:lnSpc>
                <a:spcBef>
                  <a:spcPts val="0"/>
                </a:spcBef>
                <a:spcAft>
                  <a:spcPts val="0"/>
                </a:spcAft>
                <a:buNone/>
              </a:pPr>
              <a:r>
                <a:rPr i="0" lang="en-US" sz="2599" u="none" cap="none" strike="noStrike">
                  <a:solidFill>
                    <a:srgbClr val="FFFFFF"/>
                  </a:solidFill>
                  <a:latin typeface="DM Sans ExtraBold"/>
                  <a:ea typeface="DM Sans ExtraBold"/>
                  <a:cs typeface="DM Sans ExtraBold"/>
                  <a:sym typeface="DM Sans ExtraBold"/>
                </a:rPr>
                <a:t>4</a:t>
              </a:r>
              <a:endParaRPr>
                <a:latin typeface="DM Sans ExtraBold"/>
                <a:ea typeface="DM Sans ExtraBold"/>
                <a:cs typeface="DM Sans ExtraBold"/>
                <a:sym typeface="DM Sans ExtraBold"/>
              </a:endParaRPr>
            </a:p>
          </p:txBody>
        </p:sp>
      </p:grpSp>
      <p:pic>
        <p:nvPicPr>
          <p:cNvPr id="171" name="Google Shape;171;p17" title="Sticker Logo Smile.png"/>
          <p:cNvPicPr preferRelativeResize="0"/>
          <p:nvPr/>
        </p:nvPicPr>
        <p:blipFill>
          <a:blip r:embed="rId3">
            <a:alphaModFix/>
          </a:blip>
          <a:stretch>
            <a:fillRect/>
          </a:stretch>
        </p:blipFill>
        <p:spPr>
          <a:xfrm>
            <a:off x="12639575" y="-47600"/>
            <a:ext cx="5347800" cy="5347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DF9"/>
        </a:solidFill>
      </p:bgPr>
    </p:bg>
    <p:spTree>
      <p:nvGrpSpPr>
        <p:cNvPr id="175" name="Shape 175"/>
        <p:cNvGrpSpPr/>
        <p:nvPr/>
      </p:nvGrpSpPr>
      <p:grpSpPr>
        <a:xfrm>
          <a:off x="0" y="0"/>
          <a:ext cx="0" cy="0"/>
          <a:chOff x="0" y="0"/>
          <a:chExt cx="0" cy="0"/>
        </a:xfrm>
      </p:grpSpPr>
      <p:sp>
        <p:nvSpPr>
          <p:cNvPr id="176" name="Google Shape;176;p18"/>
          <p:cNvSpPr/>
          <p:nvPr/>
        </p:nvSpPr>
        <p:spPr>
          <a:xfrm>
            <a:off x="1028700" y="3429003"/>
            <a:ext cx="9862996" cy="5547935"/>
          </a:xfrm>
          <a:custGeom>
            <a:rect b="b" l="l" r="r" t="t"/>
            <a:pathLst>
              <a:path extrusionOk="0" h="5547935" w="9862996">
                <a:moveTo>
                  <a:pt x="0" y="0"/>
                </a:moveTo>
                <a:lnTo>
                  <a:pt x="9862996" y="0"/>
                </a:lnTo>
                <a:lnTo>
                  <a:pt x="9862996" y="5547935"/>
                </a:lnTo>
                <a:lnTo>
                  <a:pt x="0" y="5547935"/>
                </a:lnTo>
                <a:lnTo>
                  <a:pt x="0" y="0"/>
                </a:lnTo>
                <a:close/>
              </a:path>
            </a:pathLst>
          </a:custGeom>
          <a:blipFill rotWithShape="1">
            <a:blip r:embed="rId3">
              <a:alphaModFix/>
            </a:blip>
            <a:stretch>
              <a:fillRect b="0" l="0" r="0" t="0"/>
            </a:stretch>
          </a:blipFill>
          <a:ln>
            <a:noFill/>
          </a:ln>
        </p:spPr>
      </p:sp>
      <p:sp>
        <p:nvSpPr>
          <p:cNvPr id="177" name="Google Shape;177;p18"/>
          <p:cNvSpPr/>
          <p:nvPr/>
        </p:nvSpPr>
        <p:spPr>
          <a:xfrm>
            <a:off x="11222263" y="3429003"/>
            <a:ext cx="5529884" cy="5529884"/>
          </a:xfrm>
          <a:custGeom>
            <a:rect b="b" l="l" r="r" t="t"/>
            <a:pathLst>
              <a:path extrusionOk="0" h="5529884" w="5529884">
                <a:moveTo>
                  <a:pt x="0" y="0"/>
                </a:moveTo>
                <a:lnTo>
                  <a:pt x="5529884" y="0"/>
                </a:lnTo>
                <a:lnTo>
                  <a:pt x="5529884" y="5529884"/>
                </a:lnTo>
                <a:lnTo>
                  <a:pt x="0" y="5529884"/>
                </a:lnTo>
                <a:lnTo>
                  <a:pt x="0" y="0"/>
                </a:lnTo>
                <a:close/>
              </a:path>
            </a:pathLst>
          </a:custGeom>
          <a:blipFill rotWithShape="1">
            <a:blip r:embed="rId4">
              <a:alphaModFix/>
            </a:blip>
            <a:stretch>
              <a:fillRect b="0" l="0" r="0" t="0"/>
            </a:stretch>
          </a:blipFill>
          <a:ln>
            <a:noFill/>
          </a:ln>
        </p:spPr>
      </p:sp>
      <p:sp>
        <p:nvSpPr>
          <p:cNvPr id="178" name="Google Shape;178;p18"/>
          <p:cNvSpPr txBox="1"/>
          <p:nvPr/>
        </p:nvSpPr>
        <p:spPr>
          <a:xfrm>
            <a:off x="1028700" y="682595"/>
            <a:ext cx="13820700" cy="207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696">
                <a:latin typeface="IBM Plex Sans"/>
                <a:ea typeface="IBM Plex Sans"/>
                <a:cs typeface="IBM Plex Sans"/>
                <a:sym typeface="IBM Plex Sans"/>
              </a:rPr>
              <a:t>Erklärungsfolie für Bilder ohne separatem Titel. </a:t>
            </a:r>
            <a:r>
              <a:rPr lang="en-US" sz="2696">
                <a:latin typeface="IBM Plex Sans"/>
                <a:ea typeface="IBM Plex Sans"/>
                <a:cs typeface="IBM Plex Sans"/>
                <a:sym typeface="IBM Plex Sans"/>
              </a:rPr>
              <a:t>Lorem ipsum dolor sit amet, consetetur sadipscing elitr, sed diam nonumy eirmod tempor invidunt ut labore et dolore magna aliquyam erat, sed diam voluptua. At vero eos et accusam et justo duo dolores et ea rebum. Stet clita kasd gubergren, no sea takimata sanctus est Lorem ipsum dolor sit amet. Lorem ipsum dolor sit amet, consetetur sadipscing elitr</a:t>
            </a:r>
            <a:endParaRPr/>
          </a:p>
        </p:txBody>
      </p:sp>
      <p:pic>
        <p:nvPicPr>
          <p:cNvPr id="179" name="Google Shape;179;p18" title="Logo Sign.png"/>
          <p:cNvPicPr preferRelativeResize="0"/>
          <p:nvPr/>
        </p:nvPicPr>
        <p:blipFill>
          <a:blip r:embed="rId5">
            <a:alphaModFix/>
          </a:blip>
          <a:stretch>
            <a:fillRect/>
          </a:stretch>
        </p:blipFill>
        <p:spPr>
          <a:xfrm>
            <a:off x="16813151" y="248500"/>
            <a:ext cx="1245123" cy="5125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DF9"/>
        </a:solidFill>
      </p:bgPr>
    </p:bg>
    <p:spTree>
      <p:nvGrpSpPr>
        <p:cNvPr id="183" name="Shape 183"/>
        <p:cNvGrpSpPr/>
        <p:nvPr/>
      </p:nvGrpSpPr>
      <p:grpSpPr>
        <a:xfrm>
          <a:off x="0" y="0"/>
          <a:ext cx="0" cy="0"/>
          <a:chOff x="0" y="0"/>
          <a:chExt cx="0" cy="0"/>
        </a:xfrm>
      </p:grpSpPr>
      <p:sp>
        <p:nvSpPr>
          <p:cNvPr id="184" name="Google Shape;184;p19"/>
          <p:cNvSpPr/>
          <p:nvPr/>
        </p:nvSpPr>
        <p:spPr>
          <a:xfrm>
            <a:off x="5658611" y="5252112"/>
            <a:ext cx="3340863" cy="3341531"/>
          </a:xfrm>
          <a:custGeom>
            <a:rect b="b" l="l" r="r" t="t"/>
            <a:pathLst>
              <a:path extrusionOk="0" h="6351270" w="635000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rotWithShape="1">
            <a:blip r:embed="rId3">
              <a:alphaModFix/>
            </a:blip>
            <a:stretch>
              <a:fillRect b="0" l="-25014" r="-25014"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9"/>
          <p:cNvSpPr/>
          <p:nvPr/>
        </p:nvSpPr>
        <p:spPr>
          <a:xfrm>
            <a:off x="5658611" y="1490662"/>
            <a:ext cx="3340863" cy="3341531"/>
          </a:xfrm>
          <a:custGeom>
            <a:rect b="b" l="l" r="r" t="t"/>
            <a:pathLst>
              <a:path extrusionOk="0" h="6351270" w="6350000">
                <a:moveTo>
                  <a:pt x="0" y="5955030"/>
                </a:moveTo>
                <a:lnTo>
                  <a:pt x="0" y="394970"/>
                </a:lnTo>
                <a:cubicBezTo>
                  <a:pt x="0" y="176530"/>
                  <a:pt x="176530" y="0"/>
                  <a:pt x="394970" y="0"/>
                </a:cubicBezTo>
                <a:lnTo>
                  <a:pt x="5956300" y="0"/>
                </a:lnTo>
                <a:cubicBezTo>
                  <a:pt x="6173470" y="0"/>
                  <a:pt x="6350000" y="176530"/>
                  <a:pt x="6350000" y="394970"/>
                </a:cubicBezTo>
                <a:lnTo>
                  <a:pt x="6350000" y="5956300"/>
                </a:lnTo>
                <a:cubicBezTo>
                  <a:pt x="6350000" y="6174740"/>
                  <a:pt x="6173470" y="6351270"/>
                  <a:pt x="5955030" y="6351270"/>
                </a:cubicBezTo>
                <a:lnTo>
                  <a:pt x="394970" y="6351270"/>
                </a:lnTo>
                <a:cubicBezTo>
                  <a:pt x="176530" y="6350000"/>
                  <a:pt x="0" y="6173470"/>
                  <a:pt x="0" y="5955030"/>
                </a:cubicBezTo>
                <a:close/>
              </a:path>
            </a:pathLst>
          </a:custGeom>
          <a:blipFill rotWithShape="1">
            <a:blip r:embed="rId4">
              <a:alphaModFix/>
            </a:blip>
            <a:stretch>
              <a:fillRect b="0" l="-25014" r="-25014"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9"/>
          <p:cNvSpPr/>
          <p:nvPr/>
        </p:nvSpPr>
        <p:spPr>
          <a:xfrm>
            <a:off x="9218549" y="1490662"/>
            <a:ext cx="8290412" cy="7102313"/>
          </a:xfrm>
          <a:custGeom>
            <a:rect b="b" l="l" r="r" t="t"/>
            <a:pathLst>
              <a:path extrusionOk="0" h="7102313" w="8290412">
                <a:moveTo>
                  <a:pt x="0" y="0"/>
                </a:moveTo>
                <a:lnTo>
                  <a:pt x="8290412" y="0"/>
                </a:lnTo>
                <a:lnTo>
                  <a:pt x="8290412" y="7102314"/>
                </a:lnTo>
                <a:lnTo>
                  <a:pt x="0" y="7102314"/>
                </a:lnTo>
                <a:lnTo>
                  <a:pt x="0" y="0"/>
                </a:lnTo>
                <a:close/>
              </a:path>
            </a:pathLst>
          </a:custGeom>
          <a:blipFill rotWithShape="1">
            <a:blip r:embed="rId5">
              <a:alphaModFix/>
            </a:blip>
            <a:stretch>
              <a:fillRect b="0" l="-26394" r="-2107" t="0"/>
            </a:stretch>
          </a:blipFill>
          <a:ln>
            <a:noFill/>
          </a:ln>
        </p:spPr>
      </p:sp>
      <p:sp>
        <p:nvSpPr>
          <p:cNvPr id="187" name="Google Shape;187;p19"/>
          <p:cNvSpPr txBox="1"/>
          <p:nvPr/>
        </p:nvSpPr>
        <p:spPr>
          <a:xfrm>
            <a:off x="757725" y="1443024"/>
            <a:ext cx="4580100" cy="5770500"/>
          </a:xfrm>
          <a:prstGeom prst="rect">
            <a:avLst/>
          </a:prstGeom>
          <a:noFill/>
          <a:ln>
            <a:noFill/>
          </a:ln>
        </p:spPr>
        <p:txBody>
          <a:bodyPr anchorCtr="0" anchor="t" bIns="0" lIns="0" spcFirstLastPara="1" rIns="0" wrap="square" tIns="0">
            <a:spAutoFit/>
          </a:bodyPr>
          <a:lstStyle/>
          <a:p>
            <a:pPr indent="0" lvl="1" marL="0" marR="0" rtl="0" algn="l">
              <a:lnSpc>
                <a:spcPct val="140016"/>
              </a:lnSpc>
              <a:spcBef>
                <a:spcPts val="0"/>
              </a:spcBef>
              <a:spcAft>
                <a:spcPts val="0"/>
              </a:spcAft>
              <a:buNone/>
            </a:pPr>
            <a:r>
              <a:rPr b="0" i="0" lang="en-US" sz="2499" u="none" cap="none" strike="noStrike">
                <a:solidFill>
                  <a:srgbClr val="000000"/>
                </a:solidFill>
                <a:latin typeface="IBM Plex Sans"/>
                <a:ea typeface="IBM Plex Sans"/>
                <a:cs typeface="IBM Plex Sans"/>
                <a:sym typeface="IBM Plex Sans"/>
              </a:rPr>
              <a:t>Unsere Talente und Coaches stehen im Vordergrund. </a:t>
            </a:r>
            <a:endParaRPr b="0" i="0" sz="2499" u="none" cap="none" strike="noStrike">
              <a:solidFill>
                <a:srgbClr val="000000"/>
              </a:solidFill>
              <a:latin typeface="IBM Plex Sans"/>
              <a:ea typeface="IBM Plex Sans"/>
              <a:cs typeface="IBM Plex Sans"/>
              <a:sym typeface="IBM Plex Sans"/>
            </a:endParaRPr>
          </a:p>
          <a:p>
            <a:pPr indent="0" lvl="1" marL="0" marR="0" rtl="0" algn="l">
              <a:lnSpc>
                <a:spcPct val="140016"/>
              </a:lnSpc>
              <a:spcBef>
                <a:spcPts val="0"/>
              </a:spcBef>
              <a:spcAft>
                <a:spcPts val="0"/>
              </a:spcAft>
              <a:buNone/>
            </a:pPr>
            <a:r>
              <a:t/>
            </a:r>
            <a:endParaRPr sz="2499">
              <a:latin typeface="IBM Plex Sans"/>
              <a:ea typeface="IBM Plex Sans"/>
              <a:cs typeface="IBM Plex Sans"/>
              <a:sym typeface="IBM Plex Sans"/>
            </a:endParaRPr>
          </a:p>
          <a:p>
            <a:pPr indent="0" lvl="1" marL="0" marR="0" rtl="0" algn="l">
              <a:lnSpc>
                <a:spcPct val="140016"/>
              </a:lnSpc>
              <a:spcBef>
                <a:spcPts val="0"/>
              </a:spcBef>
              <a:spcAft>
                <a:spcPts val="0"/>
              </a:spcAft>
              <a:buNone/>
            </a:pPr>
            <a:r>
              <a:rPr b="0" i="0" lang="en-US" sz="2499" u="none" cap="none" strike="noStrike">
                <a:solidFill>
                  <a:srgbClr val="000000"/>
                </a:solidFill>
                <a:latin typeface="IBM Plex Sans"/>
                <a:ea typeface="IBM Plex Sans"/>
                <a:cs typeface="IBM Plex Sans"/>
                <a:sym typeface="IBM Plex Sans"/>
              </a:rPr>
              <a:t>Wo möglich, zeigen wir Menschen natürlich und ungekünstelt, um Leichtigkeit und Authentizität zu vermitteln. </a:t>
            </a:r>
            <a:endParaRPr b="0" i="0" sz="2499" u="none" cap="none" strike="noStrike">
              <a:solidFill>
                <a:srgbClr val="000000"/>
              </a:solidFill>
              <a:latin typeface="IBM Plex Sans"/>
              <a:ea typeface="IBM Plex Sans"/>
              <a:cs typeface="IBM Plex Sans"/>
              <a:sym typeface="IBM Plex Sans"/>
            </a:endParaRPr>
          </a:p>
          <a:p>
            <a:pPr indent="0" lvl="1" marL="0" marR="0" rtl="0" algn="l">
              <a:lnSpc>
                <a:spcPct val="140016"/>
              </a:lnSpc>
              <a:spcBef>
                <a:spcPts val="0"/>
              </a:spcBef>
              <a:spcAft>
                <a:spcPts val="0"/>
              </a:spcAft>
              <a:buNone/>
            </a:pPr>
            <a:r>
              <a:t/>
            </a:r>
            <a:endParaRPr b="1" sz="2499">
              <a:latin typeface="IBM Plex Sans"/>
              <a:ea typeface="IBM Plex Sans"/>
              <a:cs typeface="IBM Plex Sans"/>
              <a:sym typeface="IBM Plex Sans"/>
            </a:endParaRPr>
          </a:p>
          <a:p>
            <a:pPr indent="0" lvl="1" marL="0" marR="0" rtl="0" algn="l">
              <a:lnSpc>
                <a:spcPct val="140016"/>
              </a:lnSpc>
              <a:spcBef>
                <a:spcPts val="0"/>
              </a:spcBef>
              <a:spcAft>
                <a:spcPts val="0"/>
              </a:spcAft>
              <a:buNone/>
            </a:pPr>
            <a:r>
              <a:rPr b="1" i="0" lang="en-US" sz="2499" u="none" cap="none" strike="noStrike">
                <a:solidFill>
                  <a:srgbClr val="000000"/>
                </a:solidFill>
                <a:latin typeface="IBM Plex Sans"/>
                <a:ea typeface="IBM Plex Sans"/>
                <a:cs typeface="IBM Plex Sans"/>
                <a:sym typeface="IBM Plex Sans"/>
              </a:rPr>
              <a:t>Wir verzichten auf “Schwarz-Weiss” Bilder und setzen auf Diversität. </a:t>
            </a:r>
            <a:endParaRPr/>
          </a:p>
        </p:txBody>
      </p:sp>
      <p:pic>
        <p:nvPicPr>
          <p:cNvPr id="188" name="Google Shape;188;p19" title="Logo Sign.png"/>
          <p:cNvPicPr preferRelativeResize="0"/>
          <p:nvPr/>
        </p:nvPicPr>
        <p:blipFill>
          <a:blip r:embed="rId6">
            <a:alphaModFix/>
          </a:blip>
          <a:stretch>
            <a:fillRect/>
          </a:stretch>
        </p:blipFill>
        <p:spPr>
          <a:xfrm>
            <a:off x="16813151" y="248500"/>
            <a:ext cx="1245123" cy="5125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grpSp>
        <p:nvGrpSpPr>
          <p:cNvPr id="193" name="Google Shape;193;p20"/>
          <p:cNvGrpSpPr/>
          <p:nvPr/>
        </p:nvGrpSpPr>
        <p:grpSpPr>
          <a:xfrm>
            <a:off x="10135864" y="140233"/>
            <a:ext cx="3841149" cy="3574931"/>
            <a:chOff x="0" y="-19050"/>
            <a:chExt cx="983138" cy="915000"/>
          </a:xfrm>
        </p:grpSpPr>
        <p:sp>
          <p:nvSpPr>
            <p:cNvPr id="194" name="Google Shape;194;p20"/>
            <p:cNvSpPr/>
            <p:nvPr/>
          </p:nvSpPr>
          <p:spPr>
            <a:xfrm>
              <a:off x="0" y="0"/>
              <a:ext cx="983138" cy="895950"/>
            </a:xfrm>
            <a:custGeom>
              <a:rect b="b" l="l" r="r" t="t"/>
              <a:pathLst>
                <a:path extrusionOk="0" h="895950" w="983138">
                  <a:moveTo>
                    <a:pt x="0" y="0"/>
                  </a:moveTo>
                  <a:lnTo>
                    <a:pt x="983138" y="0"/>
                  </a:lnTo>
                  <a:lnTo>
                    <a:pt x="983138" y="895950"/>
                  </a:lnTo>
                  <a:lnTo>
                    <a:pt x="0" y="895950"/>
                  </a:lnTo>
                  <a:close/>
                </a:path>
              </a:pathLst>
            </a:custGeom>
            <a:solidFill>
              <a:srgbClr val="DBDBFF"/>
            </a:solidFill>
            <a:ln>
              <a:noFill/>
            </a:ln>
          </p:spPr>
        </p:sp>
        <p:sp>
          <p:nvSpPr>
            <p:cNvPr id="195" name="Google Shape;195;p20"/>
            <p:cNvSpPr txBox="1"/>
            <p:nvPr/>
          </p:nvSpPr>
          <p:spPr>
            <a:xfrm>
              <a:off x="0" y="-19050"/>
              <a:ext cx="983138" cy="915000"/>
            </a:xfrm>
            <a:prstGeom prst="rect">
              <a:avLst/>
            </a:prstGeom>
            <a:noFill/>
            <a:ln>
              <a:noFill/>
            </a:ln>
          </p:spPr>
          <p:txBody>
            <a:bodyPr anchorCtr="0" anchor="ctr" bIns="42150" lIns="42150" spcFirstLastPara="1" rIns="42150" wrap="square" tIns="42150">
              <a:noAutofit/>
            </a:bodyPr>
            <a:lstStyle/>
            <a:p>
              <a:pPr indent="0" lvl="0" marL="0" marR="0" rtl="0" algn="ctr">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6" name="Google Shape;196;p20"/>
          <p:cNvGrpSpPr/>
          <p:nvPr/>
        </p:nvGrpSpPr>
        <p:grpSpPr>
          <a:xfrm>
            <a:off x="10137404" y="7608698"/>
            <a:ext cx="7920923" cy="2434929"/>
            <a:chOff x="0" y="-19050"/>
            <a:chExt cx="2027352" cy="623218"/>
          </a:xfrm>
        </p:grpSpPr>
        <p:sp>
          <p:nvSpPr>
            <p:cNvPr id="197" name="Google Shape;197;p20"/>
            <p:cNvSpPr/>
            <p:nvPr/>
          </p:nvSpPr>
          <p:spPr>
            <a:xfrm>
              <a:off x="0" y="0"/>
              <a:ext cx="2027352" cy="604168"/>
            </a:xfrm>
            <a:custGeom>
              <a:rect b="b" l="l" r="r" t="t"/>
              <a:pathLst>
                <a:path extrusionOk="0" h="604168" w="2027352">
                  <a:moveTo>
                    <a:pt x="0" y="0"/>
                  </a:moveTo>
                  <a:lnTo>
                    <a:pt x="2027352" y="0"/>
                  </a:lnTo>
                  <a:lnTo>
                    <a:pt x="2027352" y="604168"/>
                  </a:lnTo>
                  <a:lnTo>
                    <a:pt x="0" y="604168"/>
                  </a:lnTo>
                  <a:close/>
                </a:path>
              </a:pathLst>
            </a:custGeom>
            <a:solidFill>
              <a:srgbClr val="E4F8E6"/>
            </a:solidFill>
            <a:ln>
              <a:noFill/>
            </a:ln>
          </p:spPr>
        </p:sp>
        <p:sp>
          <p:nvSpPr>
            <p:cNvPr id="198" name="Google Shape;198;p20"/>
            <p:cNvSpPr txBox="1"/>
            <p:nvPr/>
          </p:nvSpPr>
          <p:spPr>
            <a:xfrm>
              <a:off x="0" y="-19050"/>
              <a:ext cx="2027352" cy="623218"/>
            </a:xfrm>
            <a:prstGeom prst="rect">
              <a:avLst/>
            </a:prstGeom>
            <a:noFill/>
            <a:ln>
              <a:noFill/>
            </a:ln>
          </p:spPr>
          <p:txBody>
            <a:bodyPr anchorCtr="0" anchor="ctr" bIns="42150" lIns="42150" spcFirstLastPara="1" rIns="42150" wrap="square" tIns="42150">
              <a:noAutofit/>
            </a:bodyPr>
            <a:lstStyle/>
            <a:p>
              <a:pPr indent="0" lvl="0" marL="0" marR="0" rtl="0" algn="ctr">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9" name="Google Shape;199;p20"/>
          <p:cNvGrpSpPr/>
          <p:nvPr/>
        </p:nvGrpSpPr>
        <p:grpSpPr>
          <a:xfrm>
            <a:off x="10135864" y="3870053"/>
            <a:ext cx="3841149" cy="3584474"/>
            <a:chOff x="0" y="-19050"/>
            <a:chExt cx="983138" cy="917442"/>
          </a:xfrm>
        </p:grpSpPr>
        <p:sp>
          <p:nvSpPr>
            <p:cNvPr id="200" name="Google Shape;200;p20"/>
            <p:cNvSpPr/>
            <p:nvPr/>
          </p:nvSpPr>
          <p:spPr>
            <a:xfrm>
              <a:off x="0" y="0"/>
              <a:ext cx="983138" cy="898392"/>
            </a:xfrm>
            <a:custGeom>
              <a:rect b="b" l="l" r="r" t="t"/>
              <a:pathLst>
                <a:path extrusionOk="0" h="898392" w="983138">
                  <a:moveTo>
                    <a:pt x="0" y="0"/>
                  </a:moveTo>
                  <a:lnTo>
                    <a:pt x="983138" y="0"/>
                  </a:lnTo>
                  <a:lnTo>
                    <a:pt x="983138" y="898392"/>
                  </a:lnTo>
                  <a:lnTo>
                    <a:pt x="0" y="898392"/>
                  </a:lnTo>
                  <a:close/>
                </a:path>
              </a:pathLst>
            </a:custGeom>
            <a:solidFill>
              <a:srgbClr val="ABE8B1"/>
            </a:solidFill>
            <a:ln>
              <a:noFill/>
            </a:ln>
          </p:spPr>
        </p:sp>
        <p:sp>
          <p:nvSpPr>
            <p:cNvPr id="201" name="Google Shape;201;p20"/>
            <p:cNvSpPr txBox="1"/>
            <p:nvPr/>
          </p:nvSpPr>
          <p:spPr>
            <a:xfrm>
              <a:off x="0" y="-19050"/>
              <a:ext cx="983138" cy="917442"/>
            </a:xfrm>
            <a:prstGeom prst="rect">
              <a:avLst/>
            </a:prstGeom>
            <a:noFill/>
            <a:ln>
              <a:noFill/>
            </a:ln>
          </p:spPr>
          <p:txBody>
            <a:bodyPr anchorCtr="0" anchor="ctr" bIns="42150" lIns="42150" spcFirstLastPara="1" rIns="42150" wrap="square" tIns="42150">
              <a:noAutofit/>
            </a:bodyPr>
            <a:lstStyle/>
            <a:p>
              <a:pPr indent="0" lvl="0" marL="0" marR="0" rtl="0" algn="ctr">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2" name="Google Shape;202;p20"/>
          <p:cNvGrpSpPr/>
          <p:nvPr/>
        </p:nvGrpSpPr>
        <p:grpSpPr>
          <a:xfrm>
            <a:off x="14217178" y="3870053"/>
            <a:ext cx="3841149" cy="3574931"/>
            <a:chOff x="0" y="-19050"/>
            <a:chExt cx="983138" cy="915000"/>
          </a:xfrm>
        </p:grpSpPr>
        <p:sp>
          <p:nvSpPr>
            <p:cNvPr id="203" name="Google Shape;203;p20"/>
            <p:cNvSpPr/>
            <p:nvPr/>
          </p:nvSpPr>
          <p:spPr>
            <a:xfrm>
              <a:off x="0" y="0"/>
              <a:ext cx="983138" cy="895950"/>
            </a:xfrm>
            <a:custGeom>
              <a:rect b="b" l="l" r="r" t="t"/>
              <a:pathLst>
                <a:path extrusionOk="0" h="895950" w="983138">
                  <a:moveTo>
                    <a:pt x="0" y="0"/>
                  </a:moveTo>
                  <a:lnTo>
                    <a:pt x="983138" y="0"/>
                  </a:lnTo>
                  <a:lnTo>
                    <a:pt x="983138" y="895950"/>
                  </a:lnTo>
                  <a:lnTo>
                    <a:pt x="0" y="895950"/>
                  </a:lnTo>
                  <a:close/>
                </a:path>
              </a:pathLst>
            </a:custGeom>
            <a:solidFill>
              <a:srgbClr val="B2B2FF"/>
            </a:solidFill>
            <a:ln>
              <a:noFill/>
            </a:ln>
          </p:spPr>
        </p:sp>
        <p:sp>
          <p:nvSpPr>
            <p:cNvPr id="204" name="Google Shape;204;p20"/>
            <p:cNvSpPr txBox="1"/>
            <p:nvPr/>
          </p:nvSpPr>
          <p:spPr>
            <a:xfrm>
              <a:off x="0" y="-19050"/>
              <a:ext cx="983138" cy="915000"/>
            </a:xfrm>
            <a:prstGeom prst="rect">
              <a:avLst/>
            </a:prstGeom>
            <a:noFill/>
            <a:ln>
              <a:noFill/>
            </a:ln>
          </p:spPr>
          <p:txBody>
            <a:bodyPr anchorCtr="0" anchor="ctr" bIns="42150" lIns="42150" spcFirstLastPara="1" rIns="42150" wrap="square" tIns="42150">
              <a:noAutofit/>
            </a:bodyPr>
            <a:lstStyle/>
            <a:p>
              <a:pPr indent="0" lvl="0" marL="0" marR="0" rtl="0" algn="ctr">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5" name="Google Shape;205;p20"/>
          <p:cNvGrpSpPr/>
          <p:nvPr/>
        </p:nvGrpSpPr>
        <p:grpSpPr>
          <a:xfrm>
            <a:off x="14217178" y="140233"/>
            <a:ext cx="3841149" cy="3574931"/>
            <a:chOff x="0" y="-19050"/>
            <a:chExt cx="983138" cy="915000"/>
          </a:xfrm>
        </p:grpSpPr>
        <p:sp>
          <p:nvSpPr>
            <p:cNvPr id="206" name="Google Shape;206;p20"/>
            <p:cNvSpPr/>
            <p:nvPr/>
          </p:nvSpPr>
          <p:spPr>
            <a:xfrm>
              <a:off x="0" y="0"/>
              <a:ext cx="983138" cy="895950"/>
            </a:xfrm>
            <a:custGeom>
              <a:rect b="b" l="l" r="r" t="t"/>
              <a:pathLst>
                <a:path extrusionOk="0" h="895950" w="983138">
                  <a:moveTo>
                    <a:pt x="0" y="0"/>
                  </a:moveTo>
                  <a:lnTo>
                    <a:pt x="983138" y="0"/>
                  </a:lnTo>
                  <a:lnTo>
                    <a:pt x="983138" y="895950"/>
                  </a:lnTo>
                  <a:lnTo>
                    <a:pt x="0" y="895950"/>
                  </a:lnTo>
                  <a:close/>
                </a:path>
              </a:pathLst>
            </a:custGeom>
            <a:solidFill>
              <a:srgbClr val="C8C8FF"/>
            </a:solidFill>
            <a:ln>
              <a:noFill/>
            </a:ln>
          </p:spPr>
        </p:sp>
        <p:sp>
          <p:nvSpPr>
            <p:cNvPr id="207" name="Google Shape;207;p20"/>
            <p:cNvSpPr txBox="1"/>
            <p:nvPr/>
          </p:nvSpPr>
          <p:spPr>
            <a:xfrm>
              <a:off x="0" y="-19050"/>
              <a:ext cx="983138" cy="915000"/>
            </a:xfrm>
            <a:prstGeom prst="rect">
              <a:avLst/>
            </a:prstGeom>
            <a:noFill/>
            <a:ln>
              <a:noFill/>
            </a:ln>
          </p:spPr>
          <p:txBody>
            <a:bodyPr anchorCtr="0" anchor="ctr" bIns="42150" lIns="42150" spcFirstLastPara="1" rIns="42150" wrap="square" tIns="42150">
              <a:noAutofit/>
            </a:bodyPr>
            <a:lstStyle/>
            <a:p>
              <a:pPr indent="0" lvl="0" marL="0" marR="0" rtl="0" algn="ctr">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8" name="Google Shape;208;p20"/>
          <p:cNvGrpSpPr/>
          <p:nvPr/>
        </p:nvGrpSpPr>
        <p:grpSpPr>
          <a:xfrm>
            <a:off x="13113007" y="3944482"/>
            <a:ext cx="864005" cy="905379"/>
            <a:chOff x="0" y="0"/>
            <a:chExt cx="812800" cy="851721"/>
          </a:xfrm>
        </p:grpSpPr>
        <p:sp>
          <p:nvSpPr>
            <p:cNvPr id="209" name="Google Shape;209;p20"/>
            <p:cNvSpPr/>
            <p:nvPr/>
          </p:nvSpPr>
          <p:spPr>
            <a:xfrm>
              <a:off x="0" y="0"/>
              <a:ext cx="812800" cy="851721"/>
            </a:xfrm>
            <a:custGeom>
              <a:rect b="b" l="l" r="r" t="t"/>
              <a:pathLst>
                <a:path extrusionOk="0" h="851721" w="812800">
                  <a:moveTo>
                    <a:pt x="406400" y="0"/>
                  </a:moveTo>
                  <a:cubicBezTo>
                    <a:pt x="181951" y="0"/>
                    <a:pt x="0" y="190664"/>
                    <a:pt x="0" y="425861"/>
                  </a:cubicBezTo>
                  <a:cubicBezTo>
                    <a:pt x="0" y="661057"/>
                    <a:pt x="181951" y="851721"/>
                    <a:pt x="406400" y="851721"/>
                  </a:cubicBezTo>
                  <a:cubicBezTo>
                    <a:pt x="630849" y="851721"/>
                    <a:pt x="812800" y="661057"/>
                    <a:pt x="812800" y="425861"/>
                  </a:cubicBezTo>
                  <a:cubicBezTo>
                    <a:pt x="812800" y="190664"/>
                    <a:pt x="630849" y="0"/>
                    <a:pt x="406400" y="0"/>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0"/>
            <p:cNvSpPr txBox="1"/>
            <p:nvPr/>
          </p:nvSpPr>
          <p:spPr>
            <a:xfrm>
              <a:off x="76200" y="13174"/>
              <a:ext cx="660400" cy="758699"/>
            </a:xfrm>
            <a:prstGeom prst="rect">
              <a:avLst/>
            </a:prstGeom>
            <a:noFill/>
            <a:ln>
              <a:noFill/>
            </a:ln>
          </p:spPr>
          <p:txBody>
            <a:bodyPr anchorCtr="0" anchor="ctr" bIns="42150" lIns="42150" spcFirstLastPara="1" rIns="42150" wrap="square" tIns="42150">
              <a:noAutofit/>
            </a:bodyPr>
            <a:lstStyle/>
            <a:p>
              <a:pPr indent="0" lvl="0" marL="0" marR="0" rtl="0" algn="ctr">
                <a:lnSpc>
                  <a:spcPct val="140013"/>
                </a:lnSpc>
                <a:spcBef>
                  <a:spcPts val="0"/>
                </a:spcBef>
                <a:spcAft>
                  <a:spcPts val="0"/>
                </a:spcAft>
                <a:buNone/>
              </a:pPr>
              <a:r>
                <a:rPr b="1" i="0" lang="en-US" sz="3074" u="none" cap="none" strike="noStrike">
                  <a:solidFill>
                    <a:srgbClr val="000000"/>
                  </a:solidFill>
                  <a:latin typeface="Arial"/>
                  <a:ea typeface="Arial"/>
                  <a:cs typeface="Arial"/>
                  <a:sym typeface="Arial"/>
                </a:rPr>
                <a:t>04</a:t>
              </a:r>
              <a:endParaRPr/>
            </a:p>
          </p:txBody>
        </p:sp>
      </p:grpSp>
      <p:sp>
        <p:nvSpPr>
          <p:cNvPr id="211" name="Google Shape;211;p20"/>
          <p:cNvSpPr txBox="1"/>
          <p:nvPr/>
        </p:nvSpPr>
        <p:spPr>
          <a:xfrm>
            <a:off x="14534875" y="4172607"/>
            <a:ext cx="3109500" cy="3671700"/>
          </a:xfrm>
          <a:prstGeom prst="rect">
            <a:avLst/>
          </a:prstGeom>
          <a:noFill/>
          <a:ln>
            <a:noFill/>
          </a:ln>
        </p:spPr>
        <p:txBody>
          <a:bodyPr anchorCtr="0" anchor="t" bIns="0" lIns="0" spcFirstLastPara="1" rIns="0" wrap="square" tIns="0">
            <a:spAutoFit/>
          </a:bodyPr>
          <a:lstStyle/>
          <a:p>
            <a:pPr indent="0" lvl="0" marL="0" marR="0" rtl="0" algn="l">
              <a:lnSpc>
                <a:spcPct val="140048"/>
              </a:lnSpc>
              <a:spcBef>
                <a:spcPts val="0"/>
              </a:spcBef>
              <a:spcAft>
                <a:spcPts val="0"/>
              </a:spcAft>
              <a:buNone/>
            </a:pPr>
            <a:r>
              <a:rPr b="1" i="0" lang="en-US" sz="2046" u="none" cap="none" strike="noStrike">
                <a:solidFill>
                  <a:srgbClr val="000000"/>
                </a:solidFill>
                <a:latin typeface="IBM Plex Sans"/>
                <a:ea typeface="IBM Plex Sans"/>
                <a:cs typeface="IBM Plex Sans"/>
                <a:sym typeface="IBM Plex Sans"/>
              </a:rPr>
              <a:t>VERNETZEN</a:t>
            </a:r>
            <a:endParaRPr b="1">
              <a:latin typeface="IBM Plex Sans"/>
              <a:ea typeface="IBM Plex Sans"/>
              <a:cs typeface="IBM Plex Sans"/>
              <a:sym typeface="IBM Plex Sans"/>
            </a:endParaRPr>
          </a:p>
          <a:p>
            <a:pPr indent="0" lvl="0" marL="0" marR="0" rtl="0" algn="l">
              <a:lnSpc>
                <a:spcPct val="140024"/>
              </a:lnSpc>
              <a:spcBef>
                <a:spcPts val="0"/>
              </a:spcBef>
              <a:spcAft>
                <a:spcPts val="0"/>
              </a:spcAft>
              <a:buNone/>
            </a:pPr>
            <a:r>
              <a:rPr i="1" lang="en-US" sz="1634" u="none" cap="none" strike="noStrike">
                <a:solidFill>
                  <a:srgbClr val="000000"/>
                </a:solidFill>
                <a:latin typeface="IBM Plex Sans"/>
                <a:ea typeface="IBM Plex Sans"/>
                <a:cs typeface="IBM Plex Sans"/>
                <a:sym typeface="IBM Plex Sans"/>
              </a:rPr>
              <a:t>Brücke zur Wirtschaft</a:t>
            </a:r>
            <a:endParaRPr>
              <a:latin typeface="IBM Plex Sans"/>
              <a:ea typeface="IBM Plex Sans"/>
              <a:cs typeface="IBM Plex Sans"/>
              <a:sym typeface="IBM Plex Sans"/>
            </a:endParaRPr>
          </a:p>
          <a:p>
            <a:pPr indent="0" lvl="0" marL="0" marR="0" rtl="0" algn="l">
              <a:lnSpc>
                <a:spcPct val="122888"/>
              </a:lnSpc>
              <a:spcBef>
                <a:spcPts val="0"/>
              </a:spcBef>
              <a:spcAft>
                <a:spcPts val="0"/>
              </a:spcAft>
              <a:buNone/>
            </a:pPr>
            <a:r>
              <a:t/>
            </a:r>
            <a:endParaRPr i="1" sz="1634" u="none" cap="none" strike="noStrike">
              <a:solidFill>
                <a:srgbClr val="000000"/>
              </a:solidFill>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Talent Matching Events </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Lehrstellen und Vernetzung</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Gemeinsame Projekte mit Unternehmen</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Öffentliche Events und Workshops</a:t>
            </a:r>
            <a:endParaRPr>
              <a:latin typeface="IBM Plex Sans"/>
              <a:ea typeface="IBM Plex Sans"/>
              <a:cs typeface="IBM Plex Sans"/>
              <a:sym typeface="IBM Plex Sans"/>
            </a:endParaRPr>
          </a:p>
          <a:p>
            <a:pPr indent="0" lvl="0" marL="0" marR="0" rtl="0" algn="l">
              <a:lnSpc>
                <a:spcPct val="128553"/>
              </a:lnSpc>
              <a:spcBef>
                <a:spcPts val="0"/>
              </a:spcBef>
              <a:spcAft>
                <a:spcPts val="0"/>
              </a:spcAft>
              <a:buNone/>
            </a:pPr>
            <a:r>
              <a:t/>
            </a:r>
            <a:endParaRPr i="0" sz="1562" u="none" cap="none" strike="noStrike">
              <a:solidFill>
                <a:srgbClr val="000000"/>
              </a:solidFill>
              <a:latin typeface="IBM Plex Sans"/>
              <a:ea typeface="IBM Plex Sans"/>
              <a:cs typeface="IBM Plex Sans"/>
              <a:sym typeface="IBM Plex Sans"/>
            </a:endParaRPr>
          </a:p>
          <a:p>
            <a:pPr indent="0" lvl="0" marL="0" marR="0" rtl="0" algn="l">
              <a:lnSpc>
                <a:spcPct val="128553"/>
              </a:lnSpc>
              <a:spcBef>
                <a:spcPts val="0"/>
              </a:spcBef>
              <a:spcAft>
                <a:spcPts val="0"/>
              </a:spcAft>
              <a:buNone/>
            </a:pPr>
            <a:r>
              <a:t/>
            </a:r>
            <a:endParaRPr i="0" sz="1562" u="none" cap="none" strike="noStrike">
              <a:solidFill>
                <a:srgbClr val="000000"/>
              </a:solidFill>
              <a:latin typeface="IBM Plex Sans"/>
              <a:ea typeface="IBM Plex Sans"/>
              <a:cs typeface="IBM Plex Sans"/>
              <a:sym typeface="IBM Plex Sans"/>
            </a:endParaRPr>
          </a:p>
        </p:txBody>
      </p:sp>
      <p:sp>
        <p:nvSpPr>
          <p:cNvPr id="212" name="Google Shape;212;p20"/>
          <p:cNvSpPr txBox="1"/>
          <p:nvPr/>
        </p:nvSpPr>
        <p:spPr>
          <a:xfrm>
            <a:off x="10352729" y="412633"/>
            <a:ext cx="3425100" cy="3025800"/>
          </a:xfrm>
          <a:prstGeom prst="rect">
            <a:avLst/>
          </a:prstGeom>
          <a:noFill/>
          <a:ln>
            <a:noFill/>
          </a:ln>
        </p:spPr>
        <p:txBody>
          <a:bodyPr anchorCtr="0" anchor="t" bIns="0" lIns="0" spcFirstLastPara="1" rIns="0" wrap="square" tIns="0">
            <a:spAutoFit/>
          </a:bodyPr>
          <a:lstStyle/>
          <a:p>
            <a:pPr indent="0" lvl="0" marL="0" marR="0" rtl="0" algn="l">
              <a:lnSpc>
                <a:spcPct val="140048"/>
              </a:lnSpc>
              <a:spcBef>
                <a:spcPts val="0"/>
              </a:spcBef>
              <a:spcAft>
                <a:spcPts val="0"/>
              </a:spcAft>
              <a:buNone/>
            </a:pPr>
            <a:r>
              <a:rPr b="1" i="0" lang="en-US" sz="2046" u="none" cap="none" strike="noStrike">
                <a:solidFill>
                  <a:srgbClr val="000000"/>
                </a:solidFill>
                <a:latin typeface="IBM Plex Sans"/>
                <a:ea typeface="IBM Plex Sans"/>
                <a:cs typeface="IBM Plex Sans"/>
                <a:sym typeface="IBM Plex Sans"/>
              </a:rPr>
              <a:t>FINDEN</a:t>
            </a:r>
            <a:endParaRPr b="1">
              <a:latin typeface="IBM Plex Sans"/>
              <a:ea typeface="IBM Plex Sans"/>
              <a:cs typeface="IBM Plex Sans"/>
              <a:sym typeface="IBM Plex Sans"/>
            </a:endParaRPr>
          </a:p>
          <a:p>
            <a:pPr indent="0" lvl="0" marL="0" marR="0" rtl="0" algn="l">
              <a:lnSpc>
                <a:spcPct val="140024"/>
              </a:lnSpc>
              <a:spcBef>
                <a:spcPts val="0"/>
              </a:spcBef>
              <a:spcAft>
                <a:spcPts val="0"/>
              </a:spcAft>
              <a:buNone/>
            </a:pPr>
            <a:r>
              <a:rPr i="1" lang="en-US" sz="1634" u="none" cap="none" strike="noStrike">
                <a:solidFill>
                  <a:srgbClr val="000000"/>
                </a:solidFill>
                <a:latin typeface="IBM Plex Sans"/>
                <a:ea typeface="IBM Plex Sans"/>
                <a:cs typeface="IBM Plex Sans"/>
                <a:sym typeface="IBM Plex Sans"/>
              </a:rPr>
              <a:t>Talente aus Schulklassen</a:t>
            </a:r>
            <a:endParaRPr>
              <a:latin typeface="IBM Plex Sans"/>
              <a:ea typeface="IBM Plex Sans"/>
              <a:cs typeface="IBM Plex Sans"/>
              <a:sym typeface="IBM Plex Sans"/>
            </a:endParaRPr>
          </a:p>
          <a:p>
            <a:pPr indent="0" lvl="0" marL="0" marR="0" rtl="0" algn="l">
              <a:lnSpc>
                <a:spcPct val="122888"/>
              </a:lnSpc>
              <a:spcBef>
                <a:spcPts val="0"/>
              </a:spcBef>
              <a:spcAft>
                <a:spcPts val="0"/>
              </a:spcAft>
              <a:buNone/>
            </a:pPr>
            <a:r>
              <a:t/>
            </a:r>
            <a:endParaRPr i="1" sz="1634" u="none" cap="none" strike="noStrike">
              <a:solidFill>
                <a:srgbClr val="000000"/>
              </a:solidFill>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Lehrplan konforme ICT Workshops direkt in Schulklassen</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Digitalisierung erlebbar machen</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Scouting: Talente bekommen Einladung zum Förderprogramm </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Diversity: 50% Mädchenanteil</a:t>
            </a:r>
            <a:endParaRPr>
              <a:latin typeface="IBM Plex Sans"/>
              <a:ea typeface="IBM Plex Sans"/>
              <a:cs typeface="IBM Plex Sans"/>
              <a:sym typeface="IBM Plex Sans"/>
            </a:endParaRPr>
          </a:p>
        </p:txBody>
      </p:sp>
      <p:sp>
        <p:nvSpPr>
          <p:cNvPr id="213" name="Google Shape;213;p20"/>
          <p:cNvSpPr txBox="1"/>
          <p:nvPr/>
        </p:nvSpPr>
        <p:spPr>
          <a:xfrm>
            <a:off x="14550415" y="412633"/>
            <a:ext cx="3307500" cy="3025800"/>
          </a:xfrm>
          <a:prstGeom prst="rect">
            <a:avLst/>
          </a:prstGeom>
          <a:noFill/>
          <a:ln>
            <a:noFill/>
          </a:ln>
        </p:spPr>
        <p:txBody>
          <a:bodyPr anchorCtr="0" anchor="t" bIns="0" lIns="0" spcFirstLastPara="1" rIns="0" wrap="square" tIns="0">
            <a:spAutoFit/>
          </a:bodyPr>
          <a:lstStyle/>
          <a:p>
            <a:pPr indent="0" lvl="0" marL="0" marR="0" rtl="0" algn="l">
              <a:lnSpc>
                <a:spcPct val="140048"/>
              </a:lnSpc>
              <a:spcBef>
                <a:spcPts val="0"/>
              </a:spcBef>
              <a:spcAft>
                <a:spcPts val="0"/>
              </a:spcAft>
              <a:buNone/>
            </a:pPr>
            <a:r>
              <a:rPr b="1" i="0" lang="en-US" sz="2046" u="none" cap="none" strike="noStrike">
                <a:solidFill>
                  <a:srgbClr val="000000"/>
                </a:solidFill>
                <a:latin typeface="IBM Plex Sans"/>
                <a:ea typeface="IBM Plex Sans"/>
                <a:cs typeface="IBM Plex Sans"/>
                <a:sym typeface="IBM Plex Sans"/>
              </a:rPr>
              <a:t>FÖRDERN</a:t>
            </a:r>
            <a:endParaRPr b="1">
              <a:latin typeface="IBM Plex Sans"/>
              <a:ea typeface="IBM Plex Sans"/>
              <a:cs typeface="IBM Plex Sans"/>
              <a:sym typeface="IBM Plex Sans"/>
            </a:endParaRPr>
          </a:p>
          <a:p>
            <a:pPr indent="0" lvl="0" marL="0" marR="0" rtl="0" algn="l">
              <a:lnSpc>
                <a:spcPct val="140024"/>
              </a:lnSpc>
              <a:spcBef>
                <a:spcPts val="0"/>
              </a:spcBef>
              <a:spcAft>
                <a:spcPts val="0"/>
              </a:spcAft>
              <a:buNone/>
            </a:pPr>
            <a:r>
              <a:rPr i="1" lang="en-US" sz="1634" u="none" cap="none" strike="noStrike">
                <a:solidFill>
                  <a:srgbClr val="000000"/>
                </a:solidFill>
                <a:latin typeface="IBM Plex Sans"/>
                <a:ea typeface="IBM Plex Sans"/>
                <a:cs typeface="IBM Plex Sans"/>
                <a:sym typeface="IBM Plex Sans"/>
              </a:rPr>
              <a:t>3 Jahre am Campus</a:t>
            </a:r>
            <a:endParaRPr>
              <a:latin typeface="IBM Plex Sans"/>
              <a:ea typeface="IBM Plex Sans"/>
              <a:cs typeface="IBM Plex Sans"/>
              <a:sym typeface="IBM Plex Sans"/>
            </a:endParaRPr>
          </a:p>
          <a:p>
            <a:pPr indent="0" lvl="0" marL="0" marR="0" rtl="0" algn="l">
              <a:lnSpc>
                <a:spcPct val="122888"/>
              </a:lnSpc>
              <a:spcBef>
                <a:spcPts val="0"/>
              </a:spcBef>
              <a:spcAft>
                <a:spcPts val="0"/>
              </a:spcAft>
              <a:buNone/>
            </a:pPr>
            <a:r>
              <a:t/>
            </a:r>
            <a:endParaRPr i="1" sz="1634" u="none" cap="none" strike="noStrike">
              <a:solidFill>
                <a:srgbClr val="000000"/>
              </a:solidFill>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Jeden 2. Samstag </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ICT Lab: KI, Robotik, Design... </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Individuelles Coaching </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Eigene Projekte umsetzen</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World Robot Olympics  </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Jährliche Standortgespräche</a:t>
            </a:r>
            <a:endParaRPr>
              <a:latin typeface="IBM Plex Sans"/>
              <a:ea typeface="IBM Plex Sans"/>
              <a:cs typeface="IBM Plex Sans"/>
              <a:sym typeface="IBM Plex Sans"/>
            </a:endParaRPr>
          </a:p>
        </p:txBody>
      </p:sp>
      <p:grpSp>
        <p:nvGrpSpPr>
          <p:cNvPr id="214" name="Google Shape;214;p20"/>
          <p:cNvGrpSpPr/>
          <p:nvPr/>
        </p:nvGrpSpPr>
        <p:grpSpPr>
          <a:xfrm>
            <a:off x="13113007" y="214662"/>
            <a:ext cx="864005" cy="905379"/>
            <a:chOff x="0" y="0"/>
            <a:chExt cx="812800" cy="851721"/>
          </a:xfrm>
        </p:grpSpPr>
        <p:sp>
          <p:nvSpPr>
            <p:cNvPr id="215" name="Google Shape;215;p20"/>
            <p:cNvSpPr/>
            <p:nvPr/>
          </p:nvSpPr>
          <p:spPr>
            <a:xfrm>
              <a:off x="0" y="0"/>
              <a:ext cx="812800" cy="851721"/>
            </a:xfrm>
            <a:custGeom>
              <a:rect b="b" l="l" r="r" t="t"/>
              <a:pathLst>
                <a:path extrusionOk="0" h="851721" w="812800">
                  <a:moveTo>
                    <a:pt x="406400" y="0"/>
                  </a:moveTo>
                  <a:cubicBezTo>
                    <a:pt x="181951" y="0"/>
                    <a:pt x="0" y="190664"/>
                    <a:pt x="0" y="425861"/>
                  </a:cubicBezTo>
                  <a:cubicBezTo>
                    <a:pt x="0" y="661057"/>
                    <a:pt x="181951" y="851721"/>
                    <a:pt x="406400" y="851721"/>
                  </a:cubicBezTo>
                  <a:cubicBezTo>
                    <a:pt x="630849" y="851721"/>
                    <a:pt x="812800" y="661057"/>
                    <a:pt x="812800" y="425861"/>
                  </a:cubicBezTo>
                  <a:cubicBezTo>
                    <a:pt x="812800" y="190664"/>
                    <a:pt x="630849" y="0"/>
                    <a:pt x="406400" y="0"/>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0"/>
            <p:cNvSpPr txBox="1"/>
            <p:nvPr/>
          </p:nvSpPr>
          <p:spPr>
            <a:xfrm>
              <a:off x="76200" y="13174"/>
              <a:ext cx="660400" cy="758699"/>
            </a:xfrm>
            <a:prstGeom prst="rect">
              <a:avLst/>
            </a:prstGeom>
            <a:noFill/>
            <a:ln>
              <a:noFill/>
            </a:ln>
          </p:spPr>
          <p:txBody>
            <a:bodyPr anchorCtr="0" anchor="ctr" bIns="42150" lIns="42150" spcFirstLastPara="1" rIns="42150" wrap="square" tIns="42150">
              <a:noAutofit/>
            </a:bodyPr>
            <a:lstStyle/>
            <a:p>
              <a:pPr indent="0" lvl="0" marL="0" marR="0" rtl="0" algn="ctr">
                <a:lnSpc>
                  <a:spcPct val="140013"/>
                </a:lnSpc>
                <a:spcBef>
                  <a:spcPts val="0"/>
                </a:spcBef>
                <a:spcAft>
                  <a:spcPts val="0"/>
                </a:spcAft>
                <a:buNone/>
              </a:pPr>
              <a:r>
                <a:rPr b="1" i="0" lang="en-US" sz="3074" u="none" cap="none" strike="noStrike">
                  <a:solidFill>
                    <a:srgbClr val="000000"/>
                  </a:solidFill>
                  <a:latin typeface="Arial"/>
                  <a:ea typeface="Arial"/>
                  <a:cs typeface="Arial"/>
                  <a:sym typeface="Arial"/>
                </a:rPr>
                <a:t>01</a:t>
              </a:r>
              <a:endParaRPr/>
            </a:p>
          </p:txBody>
        </p:sp>
      </p:grpSp>
      <p:grpSp>
        <p:nvGrpSpPr>
          <p:cNvPr id="217" name="Google Shape;217;p20"/>
          <p:cNvGrpSpPr/>
          <p:nvPr/>
        </p:nvGrpSpPr>
        <p:grpSpPr>
          <a:xfrm>
            <a:off x="17192782" y="214662"/>
            <a:ext cx="864005" cy="905379"/>
            <a:chOff x="0" y="0"/>
            <a:chExt cx="812800" cy="851721"/>
          </a:xfrm>
        </p:grpSpPr>
        <p:sp>
          <p:nvSpPr>
            <p:cNvPr id="218" name="Google Shape;218;p20"/>
            <p:cNvSpPr/>
            <p:nvPr/>
          </p:nvSpPr>
          <p:spPr>
            <a:xfrm>
              <a:off x="0" y="0"/>
              <a:ext cx="812800" cy="851721"/>
            </a:xfrm>
            <a:custGeom>
              <a:rect b="b" l="l" r="r" t="t"/>
              <a:pathLst>
                <a:path extrusionOk="0" h="851721" w="812800">
                  <a:moveTo>
                    <a:pt x="406400" y="0"/>
                  </a:moveTo>
                  <a:cubicBezTo>
                    <a:pt x="181951" y="0"/>
                    <a:pt x="0" y="190664"/>
                    <a:pt x="0" y="425861"/>
                  </a:cubicBezTo>
                  <a:cubicBezTo>
                    <a:pt x="0" y="661057"/>
                    <a:pt x="181951" y="851721"/>
                    <a:pt x="406400" y="851721"/>
                  </a:cubicBezTo>
                  <a:cubicBezTo>
                    <a:pt x="630849" y="851721"/>
                    <a:pt x="812800" y="661057"/>
                    <a:pt x="812800" y="425861"/>
                  </a:cubicBezTo>
                  <a:cubicBezTo>
                    <a:pt x="812800" y="190664"/>
                    <a:pt x="630849" y="0"/>
                    <a:pt x="406400" y="0"/>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0"/>
            <p:cNvSpPr txBox="1"/>
            <p:nvPr/>
          </p:nvSpPr>
          <p:spPr>
            <a:xfrm>
              <a:off x="76200" y="13174"/>
              <a:ext cx="660400" cy="758699"/>
            </a:xfrm>
            <a:prstGeom prst="rect">
              <a:avLst/>
            </a:prstGeom>
            <a:noFill/>
            <a:ln>
              <a:noFill/>
            </a:ln>
          </p:spPr>
          <p:txBody>
            <a:bodyPr anchorCtr="0" anchor="ctr" bIns="42150" lIns="42150" spcFirstLastPara="1" rIns="42150" wrap="square" tIns="42150">
              <a:noAutofit/>
            </a:bodyPr>
            <a:lstStyle/>
            <a:p>
              <a:pPr indent="0" lvl="0" marL="0" marR="0" rtl="0" algn="ctr">
                <a:lnSpc>
                  <a:spcPct val="140013"/>
                </a:lnSpc>
                <a:spcBef>
                  <a:spcPts val="0"/>
                </a:spcBef>
                <a:spcAft>
                  <a:spcPts val="0"/>
                </a:spcAft>
                <a:buNone/>
              </a:pPr>
              <a:r>
                <a:rPr b="1" i="0" lang="en-US" sz="3074" u="none" cap="none" strike="noStrike">
                  <a:solidFill>
                    <a:srgbClr val="000000"/>
                  </a:solidFill>
                  <a:latin typeface="Arial"/>
                  <a:ea typeface="Arial"/>
                  <a:cs typeface="Arial"/>
                  <a:sym typeface="Arial"/>
                </a:rPr>
                <a:t>02</a:t>
              </a:r>
              <a:endParaRPr/>
            </a:p>
          </p:txBody>
        </p:sp>
      </p:grpSp>
      <p:grpSp>
        <p:nvGrpSpPr>
          <p:cNvPr id="220" name="Google Shape;220;p20"/>
          <p:cNvGrpSpPr/>
          <p:nvPr/>
        </p:nvGrpSpPr>
        <p:grpSpPr>
          <a:xfrm>
            <a:off x="17192782" y="3944482"/>
            <a:ext cx="864005" cy="905379"/>
            <a:chOff x="0" y="0"/>
            <a:chExt cx="812800" cy="851721"/>
          </a:xfrm>
        </p:grpSpPr>
        <p:sp>
          <p:nvSpPr>
            <p:cNvPr id="221" name="Google Shape;221;p20"/>
            <p:cNvSpPr/>
            <p:nvPr/>
          </p:nvSpPr>
          <p:spPr>
            <a:xfrm>
              <a:off x="0" y="0"/>
              <a:ext cx="812800" cy="851721"/>
            </a:xfrm>
            <a:custGeom>
              <a:rect b="b" l="l" r="r" t="t"/>
              <a:pathLst>
                <a:path extrusionOk="0" h="851721" w="812800">
                  <a:moveTo>
                    <a:pt x="406400" y="0"/>
                  </a:moveTo>
                  <a:cubicBezTo>
                    <a:pt x="181951" y="0"/>
                    <a:pt x="0" y="190664"/>
                    <a:pt x="0" y="425861"/>
                  </a:cubicBezTo>
                  <a:cubicBezTo>
                    <a:pt x="0" y="661057"/>
                    <a:pt x="181951" y="851721"/>
                    <a:pt x="406400" y="851721"/>
                  </a:cubicBezTo>
                  <a:cubicBezTo>
                    <a:pt x="630849" y="851721"/>
                    <a:pt x="812800" y="661057"/>
                    <a:pt x="812800" y="425861"/>
                  </a:cubicBezTo>
                  <a:cubicBezTo>
                    <a:pt x="812800" y="190664"/>
                    <a:pt x="630849" y="0"/>
                    <a:pt x="406400" y="0"/>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0"/>
            <p:cNvSpPr txBox="1"/>
            <p:nvPr/>
          </p:nvSpPr>
          <p:spPr>
            <a:xfrm>
              <a:off x="76200" y="13174"/>
              <a:ext cx="660400" cy="758699"/>
            </a:xfrm>
            <a:prstGeom prst="rect">
              <a:avLst/>
            </a:prstGeom>
            <a:noFill/>
            <a:ln>
              <a:noFill/>
            </a:ln>
          </p:spPr>
          <p:txBody>
            <a:bodyPr anchorCtr="0" anchor="ctr" bIns="42150" lIns="42150" spcFirstLastPara="1" rIns="42150" wrap="square" tIns="42150">
              <a:noAutofit/>
            </a:bodyPr>
            <a:lstStyle/>
            <a:p>
              <a:pPr indent="0" lvl="0" marL="0" marR="0" rtl="0" algn="ctr">
                <a:lnSpc>
                  <a:spcPct val="140013"/>
                </a:lnSpc>
                <a:spcBef>
                  <a:spcPts val="0"/>
                </a:spcBef>
                <a:spcAft>
                  <a:spcPts val="0"/>
                </a:spcAft>
                <a:buNone/>
              </a:pPr>
              <a:r>
                <a:rPr b="1" i="0" lang="en-US" sz="3074" u="none" cap="none" strike="noStrike">
                  <a:solidFill>
                    <a:srgbClr val="000000"/>
                  </a:solidFill>
                  <a:latin typeface="Arial"/>
                  <a:ea typeface="Arial"/>
                  <a:cs typeface="Arial"/>
                  <a:sym typeface="Arial"/>
                </a:rPr>
                <a:t>03</a:t>
              </a:r>
              <a:endParaRPr/>
            </a:p>
          </p:txBody>
        </p:sp>
      </p:grpSp>
      <p:grpSp>
        <p:nvGrpSpPr>
          <p:cNvPr id="223" name="Google Shape;223;p20"/>
          <p:cNvGrpSpPr/>
          <p:nvPr/>
        </p:nvGrpSpPr>
        <p:grpSpPr>
          <a:xfrm>
            <a:off x="17192782" y="7719523"/>
            <a:ext cx="864005" cy="905379"/>
            <a:chOff x="0" y="0"/>
            <a:chExt cx="812800" cy="851721"/>
          </a:xfrm>
        </p:grpSpPr>
        <p:sp>
          <p:nvSpPr>
            <p:cNvPr id="224" name="Google Shape;224;p20"/>
            <p:cNvSpPr/>
            <p:nvPr/>
          </p:nvSpPr>
          <p:spPr>
            <a:xfrm>
              <a:off x="0" y="0"/>
              <a:ext cx="812800" cy="851721"/>
            </a:xfrm>
            <a:custGeom>
              <a:rect b="b" l="l" r="r" t="t"/>
              <a:pathLst>
                <a:path extrusionOk="0" h="851721" w="812800">
                  <a:moveTo>
                    <a:pt x="406400" y="0"/>
                  </a:moveTo>
                  <a:cubicBezTo>
                    <a:pt x="181951" y="0"/>
                    <a:pt x="0" y="190664"/>
                    <a:pt x="0" y="425861"/>
                  </a:cubicBezTo>
                  <a:cubicBezTo>
                    <a:pt x="0" y="661057"/>
                    <a:pt x="181951" y="851721"/>
                    <a:pt x="406400" y="851721"/>
                  </a:cubicBezTo>
                  <a:cubicBezTo>
                    <a:pt x="630849" y="851721"/>
                    <a:pt x="812800" y="661057"/>
                    <a:pt x="812800" y="425861"/>
                  </a:cubicBezTo>
                  <a:cubicBezTo>
                    <a:pt x="812800" y="190664"/>
                    <a:pt x="630849" y="0"/>
                    <a:pt x="406400" y="0"/>
                  </a:cubicBez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0"/>
            <p:cNvSpPr txBox="1"/>
            <p:nvPr/>
          </p:nvSpPr>
          <p:spPr>
            <a:xfrm>
              <a:off x="76200" y="13174"/>
              <a:ext cx="660400" cy="758699"/>
            </a:xfrm>
            <a:prstGeom prst="rect">
              <a:avLst/>
            </a:prstGeom>
            <a:noFill/>
            <a:ln>
              <a:noFill/>
            </a:ln>
          </p:spPr>
          <p:txBody>
            <a:bodyPr anchorCtr="0" anchor="ctr" bIns="42150" lIns="42150" spcFirstLastPara="1" rIns="42150" wrap="square" tIns="42150">
              <a:noAutofit/>
            </a:bodyPr>
            <a:lstStyle/>
            <a:p>
              <a:pPr indent="0" lvl="0" marL="0" marR="0" rtl="0" algn="ctr">
                <a:lnSpc>
                  <a:spcPct val="140013"/>
                </a:lnSpc>
                <a:spcBef>
                  <a:spcPts val="0"/>
                </a:spcBef>
                <a:spcAft>
                  <a:spcPts val="0"/>
                </a:spcAft>
                <a:buNone/>
              </a:pPr>
              <a:r>
                <a:rPr b="1" i="0" lang="en-US" sz="3074" u="none" cap="none" strike="noStrike">
                  <a:solidFill>
                    <a:srgbClr val="000000"/>
                  </a:solidFill>
                  <a:latin typeface="Arial"/>
                  <a:ea typeface="Arial"/>
                  <a:cs typeface="Arial"/>
                  <a:sym typeface="Arial"/>
                </a:rPr>
                <a:t>05</a:t>
              </a:r>
              <a:endParaRPr/>
            </a:p>
          </p:txBody>
        </p:sp>
      </p:grpSp>
      <p:grpSp>
        <p:nvGrpSpPr>
          <p:cNvPr id="226" name="Google Shape;226;p20"/>
          <p:cNvGrpSpPr/>
          <p:nvPr/>
        </p:nvGrpSpPr>
        <p:grpSpPr>
          <a:xfrm>
            <a:off x="13734162" y="146612"/>
            <a:ext cx="725866" cy="1519783"/>
            <a:chOff x="0" y="-19050"/>
            <a:chExt cx="203200" cy="425450"/>
          </a:xfrm>
        </p:grpSpPr>
        <p:sp>
          <p:nvSpPr>
            <p:cNvPr id="227" name="Google Shape;227;p20"/>
            <p:cNvSpPr/>
            <p:nvPr/>
          </p:nvSpPr>
          <p:spPr>
            <a:xfrm>
              <a:off x="0" y="0"/>
              <a:ext cx="203200" cy="406400"/>
            </a:xfrm>
            <a:custGeom>
              <a:rect b="b" l="l" r="r" t="t"/>
              <a:pathLst>
                <a:path extrusionOk="0" h="406400" w="203200">
                  <a:moveTo>
                    <a:pt x="0" y="0"/>
                  </a:moveTo>
                  <a:lnTo>
                    <a:pt x="0" y="0"/>
                  </a:lnTo>
                  <a:lnTo>
                    <a:pt x="0" y="406400"/>
                  </a:lnTo>
                  <a:lnTo>
                    <a:pt x="0" y="406400"/>
                  </a:lnTo>
                  <a:lnTo>
                    <a:pt x="203200" y="203200"/>
                  </a:lnTo>
                  <a:lnTo>
                    <a:pt x="0" y="0"/>
                  </a:lnTo>
                  <a:close/>
                </a:path>
              </a:pathLst>
            </a:custGeom>
            <a:solidFill>
              <a:srgbClr val="DBDBFF"/>
            </a:solidFill>
            <a:ln>
              <a:noFill/>
            </a:ln>
          </p:spPr>
        </p:sp>
        <p:sp>
          <p:nvSpPr>
            <p:cNvPr id="228" name="Google Shape;228;p20"/>
            <p:cNvSpPr txBox="1"/>
            <p:nvPr/>
          </p:nvSpPr>
          <p:spPr>
            <a:xfrm>
              <a:off x="0" y="-19050"/>
              <a:ext cx="88900" cy="425450"/>
            </a:xfrm>
            <a:prstGeom prst="rect">
              <a:avLst/>
            </a:prstGeom>
            <a:noFill/>
            <a:ln>
              <a:noFill/>
            </a:ln>
          </p:spPr>
          <p:txBody>
            <a:bodyPr anchorCtr="0" anchor="ctr" bIns="50800" lIns="50800" spcFirstLastPara="1" rIns="50800" wrap="square" tIns="50800">
              <a:noAutofit/>
            </a:bodyPr>
            <a:lstStyle/>
            <a:p>
              <a:pPr indent="0" lvl="0" marL="0" marR="0" rtl="0" algn="ctr">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9" name="Google Shape;229;p20"/>
          <p:cNvSpPr txBox="1"/>
          <p:nvPr/>
        </p:nvSpPr>
        <p:spPr>
          <a:xfrm>
            <a:off x="10352729" y="4172607"/>
            <a:ext cx="3425100" cy="3025800"/>
          </a:xfrm>
          <a:prstGeom prst="rect">
            <a:avLst/>
          </a:prstGeom>
          <a:noFill/>
          <a:ln>
            <a:noFill/>
          </a:ln>
        </p:spPr>
        <p:txBody>
          <a:bodyPr anchorCtr="0" anchor="t" bIns="0" lIns="0" spcFirstLastPara="1" rIns="0" wrap="square" tIns="0">
            <a:spAutoFit/>
          </a:bodyPr>
          <a:lstStyle/>
          <a:p>
            <a:pPr indent="0" lvl="0" marL="0" marR="0" rtl="0" algn="l">
              <a:lnSpc>
                <a:spcPct val="140048"/>
              </a:lnSpc>
              <a:spcBef>
                <a:spcPts val="0"/>
              </a:spcBef>
              <a:spcAft>
                <a:spcPts val="0"/>
              </a:spcAft>
              <a:buNone/>
            </a:pPr>
            <a:r>
              <a:rPr b="1" i="0" lang="en-US" sz="2046" u="none" cap="none" strike="noStrike">
                <a:solidFill>
                  <a:srgbClr val="000000"/>
                </a:solidFill>
                <a:latin typeface="IBM Plex Sans"/>
                <a:ea typeface="IBM Plex Sans"/>
                <a:cs typeface="IBM Plex Sans"/>
                <a:sym typeface="IBM Plex Sans"/>
              </a:rPr>
              <a:t>ALUMNI</a:t>
            </a:r>
            <a:endParaRPr b="1">
              <a:latin typeface="IBM Plex Sans"/>
              <a:ea typeface="IBM Plex Sans"/>
              <a:cs typeface="IBM Plex Sans"/>
              <a:sym typeface="IBM Plex Sans"/>
            </a:endParaRPr>
          </a:p>
          <a:p>
            <a:pPr indent="0" lvl="0" marL="0" marR="0" rtl="0" algn="l">
              <a:lnSpc>
                <a:spcPct val="140024"/>
              </a:lnSpc>
              <a:spcBef>
                <a:spcPts val="0"/>
              </a:spcBef>
              <a:spcAft>
                <a:spcPts val="0"/>
              </a:spcAft>
              <a:buNone/>
            </a:pPr>
            <a:r>
              <a:rPr i="1" lang="en-US" sz="1634" u="none" cap="none" strike="noStrike">
                <a:solidFill>
                  <a:srgbClr val="000000"/>
                </a:solidFill>
                <a:latin typeface="IBM Plex Sans"/>
                <a:ea typeface="IBM Plex Sans"/>
                <a:cs typeface="IBM Plex Sans"/>
                <a:sym typeface="IBM Plex Sans"/>
              </a:rPr>
              <a:t>Der Kreis schliesst sich</a:t>
            </a:r>
            <a:endParaRPr>
              <a:latin typeface="IBM Plex Sans"/>
              <a:ea typeface="IBM Plex Sans"/>
              <a:cs typeface="IBM Plex Sans"/>
              <a:sym typeface="IBM Plex Sans"/>
            </a:endParaRPr>
          </a:p>
          <a:p>
            <a:pPr indent="0" lvl="0" marL="0" marR="0" rtl="0" algn="l">
              <a:lnSpc>
                <a:spcPct val="122888"/>
              </a:lnSpc>
              <a:spcBef>
                <a:spcPts val="0"/>
              </a:spcBef>
              <a:spcAft>
                <a:spcPts val="0"/>
              </a:spcAft>
              <a:buNone/>
            </a:pPr>
            <a:r>
              <a:t/>
            </a:r>
            <a:endParaRPr i="1" sz="1634" u="none" cap="none" strike="noStrike">
              <a:solidFill>
                <a:srgbClr val="000000"/>
              </a:solidFill>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Community ehemaliger Talente</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Kommen als Coaches zurück</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Rollenvorbilder </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Vernetzung zwischen Alumni und Wirtschaft</a:t>
            </a:r>
            <a:endParaRPr>
              <a:latin typeface="IBM Plex Sans"/>
              <a:ea typeface="IBM Plex Sans"/>
              <a:cs typeface="IBM Plex Sans"/>
              <a:sym typeface="IBM Plex Sans"/>
            </a:endParaRPr>
          </a:p>
          <a:p>
            <a:pPr indent="0" lvl="0" marL="0" marR="0" rtl="0" algn="l">
              <a:lnSpc>
                <a:spcPct val="128553"/>
              </a:lnSpc>
              <a:spcBef>
                <a:spcPts val="0"/>
              </a:spcBef>
              <a:spcAft>
                <a:spcPts val="0"/>
              </a:spcAft>
              <a:buNone/>
            </a:pPr>
            <a:r>
              <a:t/>
            </a:r>
            <a:endParaRPr i="0" sz="1562" u="none" cap="none" strike="noStrike">
              <a:solidFill>
                <a:srgbClr val="000000"/>
              </a:solidFill>
              <a:latin typeface="IBM Plex Sans"/>
              <a:ea typeface="IBM Plex Sans"/>
              <a:cs typeface="IBM Plex Sans"/>
              <a:sym typeface="IBM Plex Sans"/>
            </a:endParaRPr>
          </a:p>
        </p:txBody>
      </p:sp>
      <p:grpSp>
        <p:nvGrpSpPr>
          <p:cNvPr id="230" name="Google Shape;230;p20"/>
          <p:cNvGrpSpPr/>
          <p:nvPr/>
        </p:nvGrpSpPr>
        <p:grpSpPr>
          <a:xfrm rot="5400000">
            <a:off x="17003553" y="3097408"/>
            <a:ext cx="725866" cy="1519783"/>
            <a:chOff x="0" y="-19050"/>
            <a:chExt cx="203200" cy="425450"/>
          </a:xfrm>
        </p:grpSpPr>
        <p:sp>
          <p:nvSpPr>
            <p:cNvPr id="231" name="Google Shape;231;p20"/>
            <p:cNvSpPr/>
            <p:nvPr/>
          </p:nvSpPr>
          <p:spPr>
            <a:xfrm>
              <a:off x="0" y="0"/>
              <a:ext cx="203200" cy="406400"/>
            </a:xfrm>
            <a:custGeom>
              <a:rect b="b" l="l" r="r" t="t"/>
              <a:pathLst>
                <a:path extrusionOk="0" h="406400" w="203200">
                  <a:moveTo>
                    <a:pt x="0" y="0"/>
                  </a:moveTo>
                  <a:lnTo>
                    <a:pt x="0" y="0"/>
                  </a:lnTo>
                  <a:lnTo>
                    <a:pt x="0" y="406400"/>
                  </a:lnTo>
                  <a:lnTo>
                    <a:pt x="0" y="406400"/>
                  </a:lnTo>
                  <a:lnTo>
                    <a:pt x="203200" y="203200"/>
                  </a:lnTo>
                  <a:lnTo>
                    <a:pt x="0" y="0"/>
                  </a:lnTo>
                  <a:close/>
                </a:path>
              </a:pathLst>
            </a:custGeom>
            <a:solidFill>
              <a:srgbClr val="C8C8FF"/>
            </a:solidFill>
            <a:ln>
              <a:noFill/>
            </a:ln>
          </p:spPr>
        </p:sp>
        <p:sp>
          <p:nvSpPr>
            <p:cNvPr id="232" name="Google Shape;232;p20"/>
            <p:cNvSpPr txBox="1"/>
            <p:nvPr/>
          </p:nvSpPr>
          <p:spPr>
            <a:xfrm>
              <a:off x="0" y="-19050"/>
              <a:ext cx="88900" cy="425450"/>
            </a:xfrm>
            <a:prstGeom prst="rect">
              <a:avLst/>
            </a:prstGeom>
            <a:noFill/>
            <a:ln>
              <a:noFill/>
            </a:ln>
          </p:spPr>
          <p:txBody>
            <a:bodyPr anchorCtr="0" anchor="ctr" bIns="50800" lIns="50800" spcFirstLastPara="1" rIns="50800" wrap="square" tIns="50800">
              <a:noAutofit/>
            </a:bodyPr>
            <a:lstStyle/>
            <a:p>
              <a:pPr indent="0" lvl="0" marL="0" marR="0" rtl="0" algn="ctr">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3" name="Google Shape;233;p20"/>
          <p:cNvGrpSpPr/>
          <p:nvPr/>
        </p:nvGrpSpPr>
        <p:grpSpPr>
          <a:xfrm rot="10800000">
            <a:off x="13734162" y="5993251"/>
            <a:ext cx="725866" cy="1519783"/>
            <a:chOff x="0" y="-19050"/>
            <a:chExt cx="203200" cy="425450"/>
          </a:xfrm>
        </p:grpSpPr>
        <p:sp>
          <p:nvSpPr>
            <p:cNvPr id="234" name="Google Shape;234;p20"/>
            <p:cNvSpPr/>
            <p:nvPr/>
          </p:nvSpPr>
          <p:spPr>
            <a:xfrm>
              <a:off x="0" y="0"/>
              <a:ext cx="203200" cy="406400"/>
            </a:xfrm>
            <a:custGeom>
              <a:rect b="b" l="l" r="r" t="t"/>
              <a:pathLst>
                <a:path extrusionOk="0" h="406400" w="203200">
                  <a:moveTo>
                    <a:pt x="0" y="0"/>
                  </a:moveTo>
                  <a:lnTo>
                    <a:pt x="0" y="0"/>
                  </a:lnTo>
                  <a:lnTo>
                    <a:pt x="0" y="406400"/>
                  </a:lnTo>
                  <a:lnTo>
                    <a:pt x="0" y="406400"/>
                  </a:lnTo>
                  <a:lnTo>
                    <a:pt x="203200" y="203200"/>
                  </a:lnTo>
                  <a:lnTo>
                    <a:pt x="0" y="0"/>
                  </a:lnTo>
                  <a:close/>
                </a:path>
              </a:pathLst>
            </a:custGeom>
            <a:solidFill>
              <a:srgbClr val="B2B2FF"/>
            </a:solidFill>
            <a:ln>
              <a:noFill/>
            </a:ln>
          </p:spPr>
        </p:sp>
        <p:sp>
          <p:nvSpPr>
            <p:cNvPr id="235" name="Google Shape;235;p20"/>
            <p:cNvSpPr txBox="1"/>
            <p:nvPr/>
          </p:nvSpPr>
          <p:spPr>
            <a:xfrm>
              <a:off x="0" y="-19050"/>
              <a:ext cx="88900" cy="425450"/>
            </a:xfrm>
            <a:prstGeom prst="rect">
              <a:avLst/>
            </a:prstGeom>
            <a:noFill/>
            <a:ln>
              <a:noFill/>
            </a:ln>
          </p:spPr>
          <p:txBody>
            <a:bodyPr anchorCtr="0" anchor="ctr" bIns="50800" lIns="50800" spcFirstLastPara="1" rIns="50800" wrap="square" tIns="50800">
              <a:noAutofit/>
            </a:bodyPr>
            <a:lstStyle/>
            <a:p>
              <a:pPr indent="0" lvl="0" marL="0" marR="0" rtl="0" algn="ctr">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6" name="Google Shape;236;p20"/>
          <p:cNvGrpSpPr/>
          <p:nvPr/>
        </p:nvGrpSpPr>
        <p:grpSpPr>
          <a:xfrm rot="-5400000">
            <a:off x="10464772" y="3097408"/>
            <a:ext cx="725866" cy="1519783"/>
            <a:chOff x="0" y="-19050"/>
            <a:chExt cx="203200" cy="425450"/>
          </a:xfrm>
        </p:grpSpPr>
        <p:sp>
          <p:nvSpPr>
            <p:cNvPr id="237" name="Google Shape;237;p20"/>
            <p:cNvSpPr/>
            <p:nvPr/>
          </p:nvSpPr>
          <p:spPr>
            <a:xfrm>
              <a:off x="0" y="0"/>
              <a:ext cx="203200" cy="406400"/>
            </a:xfrm>
            <a:custGeom>
              <a:rect b="b" l="l" r="r" t="t"/>
              <a:pathLst>
                <a:path extrusionOk="0" h="406400" w="203200">
                  <a:moveTo>
                    <a:pt x="0" y="0"/>
                  </a:moveTo>
                  <a:lnTo>
                    <a:pt x="0" y="0"/>
                  </a:lnTo>
                  <a:lnTo>
                    <a:pt x="0" y="406400"/>
                  </a:lnTo>
                  <a:lnTo>
                    <a:pt x="0" y="406400"/>
                  </a:lnTo>
                  <a:lnTo>
                    <a:pt x="203200" y="203200"/>
                  </a:lnTo>
                  <a:lnTo>
                    <a:pt x="0" y="0"/>
                  </a:lnTo>
                  <a:close/>
                </a:path>
              </a:pathLst>
            </a:custGeom>
            <a:solidFill>
              <a:srgbClr val="ABE8B1"/>
            </a:solidFill>
            <a:ln>
              <a:noFill/>
            </a:ln>
          </p:spPr>
        </p:sp>
        <p:sp>
          <p:nvSpPr>
            <p:cNvPr id="238" name="Google Shape;238;p20"/>
            <p:cNvSpPr txBox="1"/>
            <p:nvPr/>
          </p:nvSpPr>
          <p:spPr>
            <a:xfrm>
              <a:off x="0" y="-19050"/>
              <a:ext cx="88900" cy="425450"/>
            </a:xfrm>
            <a:prstGeom prst="rect">
              <a:avLst/>
            </a:prstGeom>
            <a:noFill/>
            <a:ln>
              <a:noFill/>
            </a:ln>
          </p:spPr>
          <p:txBody>
            <a:bodyPr anchorCtr="0" anchor="ctr" bIns="50800" lIns="50800" spcFirstLastPara="1" rIns="50800" wrap="square" tIns="50800">
              <a:noAutofit/>
            </a:bodyPr>
            <a:lstStyle/>
            <a:p>
              <a:pPr indent="0" lvl="0" marL="0" marR="0" rtl="0" algn="ctr">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9" name="Google Shape;239;p20"/>
          <p:cNvSpPr/>
          <p:nvPr/>
        </p:nvSpPr>
        <p:spPr>
          <a:xfrm>
            <a:off x="-123950" y="5788200"/>
            <a:ext cx="9681824" cy="5155849"/>
          </a:xfrm>
          <a:custGeom>
            <a:rect b="b" l="l" r="r" t="t"/>
            <a:pathLst>
              <a:path extrusionOk="0" h="3798047" w="7198382">
                <a:moveTo>
                  <a:pt x="7198382" y="3798047"/>
                </a:moveTo>
                <a:lnTo>
                  <a:pt x="0" y="3315177"/>
                </a:lnTo>
                <a:lnTo>
                  <a:pt x="0" y="0"/>
                </a:lnTo>
                <a:lnTo>
                  <a:pt x="7198382" y="482870"/>
                </a:lnTo>
                <a:close/>
              </a:path>
            </a:pathLst>
          </a:custGeom>
          <a:blipFill rotWithShape="1">
            <a:blip r:embed="rId3">
              <a:alphaModFix/>
            </a:blip>
            <a:stretch>
              <a:fillRect b="-21172" l="0" r="-1007" t="-6453"/>
            </a:stretch>
          </a:blipFill>
          <a:ln>
            <a:noFill/>
          </a:ln>
        </p:spPr>
      </p:sp>
      <p:sp>
        <p:nvSpPr>
          <p:cNvPr id="240" name="Google Shape;240;p20"/>
          <p:cNvSpPr txBox="1"/>
          <p:nvPr/>
        </p:nvSpPr>
        <p:spPr>
          <a:xfrm>
            <a:off x="1028700" y="697372"/>
            <a:ext cx="8527800" cy="13545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i="0" lang="en-US" sz="5000" u="none" cap="none" strike="noStrike">
                <a:solidFill>
                  <a:srgbClr val="000000"/>
                </a:solidFill>
                <a:latin typeface="DM Sans ExtraBold"/>
                <a:ea typeface="DM Sans ExtraBold"/>
                <a:cs typeface="DM Sans ExtraBold"/>
                <a:sym typeface="DM Sans ExtraBold"/>
              </a:rPr>
              <a:t>Das ICT Scouts Modell</a:t>
            </a:r>
            <a:endParaRPr sz="5000">
              <a:latin typeface="DM Sans ExtraBold"/>
              <a:ea typeface="DM Sans ExtraBold"/>
              <a:cs typeface="DM Sans ExtraBold"/>
              <a:sym typeface="DM Sans ExtraBold"/>
            </a:endParaRPr>
          </a:p>
          <a:p>
            <a:pPr indent="0" lvl="0" marL="0" marR="0" rtl="0" algn="l">
              <a:lnSpc>
                <a:spcPct val="80000"/>
              </a:lnSpc>
              <a:spcBef>
                <a:spcPts val="0"/>
              </a:spcBef>
              <a:spcAft>
                <a:spcPts val="0"/>
              </a:spcAft>
              <a:buNone/>
            </a:pPr>
            <a:r>
              <a:t/>
            </a:r>
            <a:endParaRPr sz="2500">
              <a:latin typeface="DM Sans"/>
              <a:ea typeface="DM Sans"/>
              <a:cs typeface="DM Sans"/>
              <a:sym typeface="DM Sans"/>
            </a:endParaRPr>
          </a:p>
          <a:p>
            <a:pPr indent="0" lvl="0" marL="0" marR="0" rtl="0" algn="l">
              <a:lnSpc>
                <a:spcPct val="80000"/>
              </a:lnSpc>
              <a:spcBef>
                <a:spcPts val="0"/>
              </a:spcBef>
              <a:spcAft>
                <a:spcPts val="0"/>
              </a:spcAft>
              <a:buNone/>
            </a:pPr>
            <a:r>
              <a:rPr i="0" lang="en-US" sz="3500" u="none" cap="none" strike="noStrike">
                <a:solidFill>
                  <a:srgbClr val="000000"/>
                </a:solidFill>
                <a:latin typeface="DM Sans"/>
                <a:ea typeface="DM Sans"/>
                <a:cs typeface="DM Sans"/>
                <a:sym typeface="DM Sans"/>
              </a:rPr>
              <a:t>Vom Klassenzimmer in die Zukunft </a:t>
            </a:r>
            <a:endParaRPr sz="3500">
              <a:latin typeface="DM Sans"/>
              <a:ea typeface="DM Sans"/>
              <a:cs typeface="DM Sans"/>
              <a:sym typeface="DM Sans"/>
            </a:endParaRPr>
          </a:p>
        </p:txBody>
      </p:sp>
      <p:sp>
        <p:nvSpPr>
          <p:cNvPr id="241" name="Google Shape;241;p20"/>
          <p:cNvSpPr txBox="1"/>
          <p:nvPr/>
        </p:nvSpPr>
        <p:spPr>
          <a:xfrm>
            <a:off x="10352729" y="7845152"/>
            <a:ext cx="4890000" cy="2016000"/>
          </a:xfrm>
          <a:prstGeom prst="rect">
            <a:avLst/>
          </a:prstGeom>
          <a:noFill/>
          <a:ln>
            <a:noFill/>
          </a:ln>
        </p:spPr>
        <p:txBody>
          <a:bodyPr anchorCtr="0" anchor="t" bIns="0" lIns="0" spcFirstLastPara="1" rIns="0" wrap="square" tIns="0">
            <a:spAutoFit/>
          </a:bodyPr>
          <a:lstStyle/>
          <a:p>
            <a:pPr indent="0" lvl="0" marL="0" marR="0" rtl="0" algn="l">
              <a:lnSpc>
                <a:spcPct val="140048"/>
              </a:lnSpc>
              <a:spcBef>
                <a:spcPts val="0"/>
              </a:spcBef>
              <a:spcAft>
                <a:spcPts val="0"/>
              </a:spcAft>
              <a:buNone/>
            </a:pPr>
            <a:r>
              <a:rPr b="1" i="0" lang="en-US" sz="2046" u="none" cap="none" strike="noStrike">
                <a:solidFill>
                  <a:srgbClr val="000000"/>
                </a:solidFill>
                <a:latin typeface="IBM Plex Sans"/>
                <a:ea typeface="IBM Plex Sans"/>
                <a:cs typeface="IBM Plex Sans"/>
                <a:sym typeface="IBM Plex Sans"/>
              </a:rPr>
              <a:t>EXTERNE TECH EVENTS</a:t>
            </a:r>
            <a:endParaRPr b="1">
              <a:latin typeface="IBM Plex Sans"/>
              <a:ea typeface="IBM Plex Sans"/>
              <a:cs typeface="IBM Plex Sans"/>
              <a:sym typeface="IBM Plex Sans"/>
            </a:endParaRPr>
          </a:p>
          <a:p>
            <a:pPr indent="0" lvl="0" marL="0" marR="0" rtl="0" algn="l">
              <a:lnSpc>
                <a:spcPct val="140024"/>
              </a:lnSpc>
              <a:spcBef>
                <a:spcPts val="0"/>
              </a:spcBef>
              <a:spcAft>
                <a:spcPts val="0"/>
              </a:spcAft>
              <a:buNone/>
            </a:pPr>
            <a:r>
              <a:rPr i="1" lang="en-US" sz="1634" u="none" cap="none" strike="noStrike">
                <a:solidFill>
                  <a:srgbClr val="000000"/>
                </a:solidFill>
                <a:latin typeface="IBM Plex Sans"/>
                <a:ea typeface="IBM Plex Sans"/>
                <a:cs typeface="IBM Plex Sans"/>
                <a:sym typeface="IBM Plex Sans"/>
              </a:rPr>
              <a:t>Bei Unternehmen und in der Öffentlichkeit</a:t>
            </a:r>
            <a:endParaRPr>
              <a:latin typeface="IBM Plex Sans"/>
              <a:ea typeface="IBM Plex Sans"/>
              <a:cs typeface="IBM Plex Sans"/>
              <a:sym typeface="IBM Plex Sans"/>
            </a:endParaRPr>
          </a:p>
          <a:p>
            <a:pPr indent="0" lvl="0" marL="0" marR="0" rtl="0" algn="l">
              <a:lnSpc>
                <a:spcPct val="122888"/>
              </a:lnSpc>
              <a:spcBef>
                <a:spcPts val="0"/>
              </a:spcBef>
              <a:spcAft>
                <a:spcPts val="0"/>
              </a:spcAft>
              <a:buNone/>
            </a:pPr>
            <a:r>
              <a:t/>
            </a:r>
            <a:endParaRPr i="1" sz="1634" u="none" cap="none" strike="noStrike">
              <a:solidFill>
                <a:srgbClr val="000000"/>
              </a:solidFill>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Partner- Mitglieder- und Netzwerkanlässe </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Kids-in-Tech Events bei Unternehmen vor Ort</a:t>
            </a:r>
            <a:endParaRPr>
              <a:latin typeface="IBM Plex Sans"/>
              <a:ea typeface="IBM Plex Sans"/>
              <a:cs typeface="IBM Plex Sans"/>
              <a:sym typeface="IBM Plex Sans"/>
            </a:endParaRPr>
          </a:p>
          <a:p>
            <a:pPr indent="-168707" lvl="1" marL="337414" marR="0" rtl="0" algn="l">
              <a:lnSpc>
                <a:spcPct val="140012"/>
              </a:lnSpc>
              <a:spcBef>
                <a:spcPts val="0"/>
              </a:spcBef>
              <a:spcAft>
                <a:spcPts val="0"/>
              </a:spcAft>
              <a:buClr>
                <a:srgbClr val="000000"/>
              </a:buClr>
              <a:buSzPts val="1562"/>
              <a:buFont typeface="IBM Plex Sans"/>
              <a:buChar char="•"/>
            </a:pPr>
            <a:r>
              <a:rPr i="0" lang="en-US" sz="1562" u="none" cap="none" strike="noStrike">
                <a:solidFill>
                  <a:srgbClr val="000000"/>
                </a:solidFill>
                <a:latin typeface="IBM Plex Sans"/>
                <a:ea typeface="IBM Plex Sans"/>
                <a:cs typeface="IBM Plex Sans"/>
                <a:sym typeface="IBM Plex Sans"/>
              </a:rPr>
              <a:t>Zukunftstag im Campus und bei Unternehmen</a:t>
            </a:r>
            <a:endParaRPr>
              <a:latin typeface="IBM Plex Sans"/>
              <a:ea typeface="IBM Plex Sans"/>
              <a:cs typeface="IBM Plex Sans"/>
              <a:sym typeface="IBM Plex Sans"/>
            </a:endParaRPr>
          </a:p>
        </p:txBody>
      </p:sp>
      <p:sp>
        <p:nvSpPr>
          <p:cNvPr id="242" name="Google Shape;242;p20"/>
          <p:cNvSpPr txBox="1"/>
          <p:nvPr/>
        </p:nvSpPr>
        <p:spPr>
          <a:xfrm>
            <a:off x="1034675" y="2709600"/>
            <a:ext cx="8527800" cy="3078600"/>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i="0" lang="en-US" sz="2500" u="none" cap="none" strike="noStrike">
                <a:solidFill>
                  <a:srgbClr val="000000"/>
                </a:solidFill>
                <a:latin typeface="IBM Plex Sans"/>
                <a:ea typeface="IBM Plex Sans"/>
                <a:cs typeface="IBM Plex Sans"/>
                <a:sym typeface="IBM Plex Sans"/>
              </a:rPr>
              <a:t>Wir finden junge TechTalente im Schulzimmer über unsere IT Workshops und begleiten sie danach 3 Jahre lang an unseren schweizer Campus Standorten. Dabei fördern wir Selbstwirksamkeit, Future-Skills, innovative Projekte und Digital Literacy.</a:t>
            </a:r>
            <a:endParaRPr sz="2500">
              <a:latin typeface="IBM Plex Sans"/>
              <a:ea typeface="IBM Plex Sans"/>
              <a:cs typeface="IBM Plex Sans"/>
              <a:sym typeface="IBM Plex Sans"/>
            </a:endParaRPr>
          </a:p>
          <a:p>
            <a:pPr indent="0" lvl="0" marL="0" marR="0" rtl="0" algn="l">
              <a:lnSpc>
                <a:spcPct val="140008"/>
              </a:lnSpc>
              <a:spcBef>
                <a:spcPts val="0"/>
              </a:spcBef>
              <a:spcAft>
                <a:spcPts val="0"/>
              </a:spcAft>
              <a:buNone/>
            </a:pPr>
            <a:r>
              <a:t/>
            </a:r>
            <a:endParaRPr i="0" sz="2500" u="none" cap="none" strike="noStrike">
              <a:solidFill>
                <a:srgbClr val="000000"/>
              </a:solidFill>
              <a:latin typeface="IBM Plex Sans"/>
              <a:ea typeface="IBM Plex Sans"/>
              <a:cs typeface="IBM Plex Sans"/>
              <a:sym typeface="IBM Plex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DF9"/>
        </a:solidFill>
      </p:bgPr>
    </p:bg>
    <p:spTree>
      <p:nvGrpSpPr>
        <p:cNvPr id="246" name="Shape 246"/>
        <p:cNvGrpSpPr/>
        <p:nvPr/>
      </p:nvGrpSpPr>
      <p:grpSpPr>
        <a:xfrm>
          <a:off x="0" y="0"/>
          <a:ext cx="0" cy="0"/>
          <a:chOff x="0" y="0"/>
          <a:chExt cx="0" cy="0"/>
        </a:xfrm>
      </p:grpSpPr>
      <p:grpSp>
        <p:nvGrpSpPr>
          <p:cNvPr id="247" name="Google Shape;247;p21"/>
          <p:cNvGrpSpPr/>
          <p:nvPr/>
        </p:nvGrpSpPr>
        <p:grpSpPr>
          <a:xfrm>
            <a:off x="880693" y="2141114"/>
            <a:ext cx="1983204" cy="1983204"/>
            <a:chOff x="0" y="0"/>
            <a:chExt cx="812800" cy="812800"/>
          </a:xfrm>
        </p:grpSpPr>
        <p:sp>
          <p:nvSpPr>
            <p:cNvPr id="248" name="Google Shape;248;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cap="sq" cmpd="sng" w="9525">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1"/>
            <p:cNvSpPr txBox="1"/>
            <p:nvPr/>
          </p:nvSpPr>
          <p:spPr>
            <a:xfrm>
              <a:off x="76200" y="180975"/>
              <a:ext cx="660400" cy="555625"/>
            </a:xfrm>
            <a:prstGeom prst="rect">
              <a:avLst/>
            </a:prstGeom>
            <a:noFill/>
            <a:ln>
              <a:noFill/>
            </a:ln>
          </p:spPr>
          <p:txBody>
            <a:bodyPr anchorCtr="0" anchor="ctr" bIns="50800" lIns="50800" spcFirstLastPara="1" rIns="50800" wrap="square" tIns="50800">
              <a:noAutofit/>
            </a:bodyPr>
            <a:lstStyle/>
            <a:p>
              <a:pPr indent="0" lvl="0" marL="0" marR="0" rtl="0" algn="ctr">
                <a:lnSpc>
                  <a:spcPct val="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0" name="Google Shape;250;p21"/>
          <p:cNvGrpSpPr/>
          <p:nvPr/>
        </p:nvGrpSpPr>
        <p:grpSpPr>
          <a:xfrm>
            <a:off x="3135542" y="2141114"/>
            <a:ext cx="1983204" cy="1983204"/>
            <a:chOff x="0" y="0"/>
            <a:chExt cx="812800" cy="812800"/>
          </a:xfrm>
        </p:grpSpPr>
        <p:sp>
          <p:nvSpPr>
            <p:cNvPr id="251" name="Google Shape;251;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DF9"/>
            </a:solidFill>
            <a:ln cap="sq" cmpd="sng" w="28575">
              <a:solidFill>
                <a:srgbClr val="000000"/>
              </a:solidFill>
              <a:prstDash val="dot"/>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1"/>
            <p:cNvSpPr txBox="1"/>
            <p:nvPr/>
          </p:nvSpPr>
          <p:spPr>
            <a:xfrm>
              <a:off x="76200" y="190500"/>
              <a:ext cx="660400" cy="546100"/>
            </a:xfrm>
            <a:prstGeom prst="rect">
              <a:avLst/>
            </a:prstGeom>
            <a:noFill/>
            <a:ln>
              <a:noFill/>
            </a:ln>
          </p:spPr>
          <p:txBody>
            <a:bodyPr anchorCtr="0" anchor="ctr" bIns="50800" lIns="50800" spcFirstLastPara="1" rIns="50800" wrap="square" tIns="50800">
              <a:noAutofit/>
            </a:bodyPr>
            <a:lstStyle/>
            <a:p>
              <a:pPr indent="0" lvl="0" marL="0" marR="0" rtl="0" algn="ctr">
                <a:lnSpc>
                  <a:spcPct val="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3" name="Google Shape;253;p21"/>
          <p:cNvSpPr txBox="1"/>
          <p:nvPr/>
        </p:nvSpPr>
        <p:spPr>
          <a:xfrm>
            <a:off x="850477" y="1435629"/>
            <a:ext cx="6061155" cy="238760"/>
          </a:xfrm>
          <a:prstGeom prst="rect">
            <a:avLst/>
          </a:prstGeom>
          <a:noFill/>
          <a:ln>
            <a:noFill/>
          </a:ln>
        </p:spPr>
        <p:txBody>
          <a:bodyPr anchorCtr="0" anchor="t" bIns="0" lIns="0" spcFirstLastPara="1" rIns="0" wrap="square" tIns="0">
            <a:spAutoFit/>
          </a:bodyPr>
          <a:lstStyle/>
          <a:p>
            <a:pPr indent="0" lvl="1" marL="0" marR="0" rtl="0" algn="l">
              <a:lnSpc>
                <a:spcPct val="115009"/>
              </a:lnSpc>
              <a:spcBef>
                <a:spcPts val="0"/>
              </a:spcBef>
              <a:spcAft>
                <a:spcPts val="0"/>
              </a:spcAft>
              <a:buNone/>
            </a:pPr>
            <a:r>
              <a:rPr b="1" i="0" lang="en-US" sz="1599" u="none" cap="none" strike="noStrike">
                <a:solidFill>
                  <a:srgbClr val="000000"/>
                </a:solidFill>
                <a:latin typeface="Arial"/>
                <a:ea typeface="Arial"/>
                <a:cs typeface="Arial"/>
                <a:sym typeface="Arial"/>
              </a:rPr>
              <a:t>Primär Farben</a:t>
            </a:r>
            <a:endParaRPr/>
          </a:p>
        </p:txBody>
      </p:sp>
      <p:sp>
        <p:nvSpPr>
          <p:cNvPr id="254" name="Google Shape;254;p21"/>
          <p:cNvSpPr txBox="1"/>
          <p:nvPr/>
        </p:nvSpPr>
        <p:spPr>
          <a:xfrm>
            <a:off x="981445" y="5825204"/>
            <a:ext cx="3160162" cy="238760"/>
          </a:xfrm>
          <a:prstGeom prst="rect">
            <a:avLst/>
          </a:prstGeom>
          <a:noFill/>
          <a:ln>
            <a:noFill/>
          </a:ln>
        </p:spPr>
        <p:txBody>
          <a:bodyPr anchorCtr="0" anchor="t" bIns="0" lIns="0" spcFirstLastPara="1" rIns="0" wrap="square" tIns="0">
            <a:spAutoFit/>
          </a:bodyPr>
          <a:lstStyle/>
          <a:p>
            <a:pPr indent="0" lvl="1" marL="0" marR="0" rtl="0" algn="l">
              <a:lnSpc>
                <a:spcPct val="115009"/>
              </a:lnSpc>
              <a:spcBef>
                <a:spcPts val="0"/>
              </a:spcBef>
              <a:spcAft>
                <a:spcPts val="0"/>
              </a:spcAft>
              <a:buNone/>
            </a:pPr>
            <a:r>
              <a:rPr b="1" i="0" lang="en-US" sz="1599" u="none" cap="none" strike="noStrike">
                <a:solidFill>
                  <a:srgbClr val="000000"/>
                </a:solidFill>
                <a:latin typeface="Arial"/>
                <a:ea typeface="Arial"/>
                <a:cs typeface="Arial"/>
                <a:sym typeface="Arial"/>
              </a:rPr>
              <a:t>Support Farben  </a:t>
            </a:r>
            <a:endParaRPr/>
          </a:p>
        </p:txBody>
      </p:sp>
      <p:grpSp>
        <p:nvGrpSpPr>
          <p:cNvPr id="255" name="Google Shape;255;p21"/>
          <p:cNvGrpSpPr/>
          <p:nvPr/>
        </p:nvGrpSpPr>
        <p:grpSpPr>
          <a:xfrm>
            <a:off x="5664055" y="6530689"/>
            <a:ext cx="1765337" cy="1765337"/>
            <a:chOff x="0" y="0"/>
            <a:chExt cx="812800" cy="812800"/>
          </a:xfrm>
        </p:grpSpPr>
        <p:sp>
          <p:nvSpPr>
            <p:cNvPr id="256" name="Google Shape;256;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8C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1"/>
            <p:cNvSpPr txBox="1"/>
            <p:nvPr/>
          </p:nvSpPr>
          <p:spPr>
            <a:xfrm>
              <a:off x="76200" y="190500"/>
              <a:ext cx="660400" cy="546100"/>
            </a:xfrm>
            <a:prstGeom prst="rect">
              <a:avLst/>
            </a:prstGeom>
            <a:noFill/>
            <a:ln>
              <a:noFill/>
            </a:ln>
          </p:spPr>
          <p:txBody>
            <a:bodyPr anchorCtr="0" anchor="ctr" bIns="50800" lIns="50800" spcFirstLastPara="1" rIns="50800" wrap="square" tIns="50800">
              <a:noAutofit/>
            </a:bodyPr>
            <a:lstStyle/>
            <a:p>
              <a:pPr indent="0" lvl="0" marL="0" marR="0" rtl="0" algn="ctr">
                <a:lnSpc>
                  <a:spcPct val="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8" name="Google Shape;258;p21"/>
          <p:cNvGrpSpPr/>
          <p:nvPr/>
        </p:nvGrpSpPr>
        <p:grpSpPr>
          <a:xfrm>
            <a:off x="9690030" y="6530689"/>
            <a:ext cx="1765337" cy="1765337"/>
            <a:chOff x="0" y="0"/>
            <a:chExt cx="812800" cy="812800"/>
          </a:xfrm>
        </p:grpSpPr>
        <p:sp>
          <p:nvSpPr>
            <p:cNvPr id="259" name="Google Shape;259;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F8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1"/>
            <p:cNvSpPr txBox="1"/>
            <p:nvPr/>
          </p:nvSpPr>
          <p:spPr>
            <a:xfrm>
              <a:off x="76200" y="190500"/>
              <a:ext cx="660400" cy="546100"/>
            </a:xfrm>
            <a:prstGeom prst="rect">
              <a:avLst/>
            </a:prstGeom>
            <a:noFill/>
            <a:ln>
              <a:noFill/>
            </a:ln>
          </p:spPr>
          <p:txBody>
            <a:bodyPr anchorCtr="0" anchor="ctr" bIns="50800" lIns="50800" spcFirstLastPara="1" rIns="50800" wrap="square" tIns="50800">
              <a:noAutofit/>
            </a:bodyPr>
            <a:lstStyle/>
            <a:p>
              <a:pPr indent="0" lvl="0" marL="0" marR="0" rtl="0" algn="ctr">
                <a:lnSpc>
                  <a:spcPct val="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p21"/>
          <p:cNvGrpSpPr/>
          <p:nvPr/>
        </p:nvGrpSpPr>
        <p:grpSpPr>
          <a:xfrm>
            <a:off x="11703017" y="6530689"/>
            <a:ext cx="1765337" cy="1765337"/>
            <a:chOff x="0" y="0"/>
            <a:chExt cx="812800" cy="812800"/>
          </a:xfrm>
        </p:grpSpPr>
        <p:sp>
          <p:nvSpPr>
            <p:cNvPr id="262" name="Google Shape;262;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7EB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1"/>
            <p:cNvSpPr txBox="1"/>
            <p:nvPr/>
          </p:nvSpPr>
          <p:spPr>
            <a:xfrm>
              <a:off x="76200" y="190500"/>
              <a:ext cx="660400" cy="546100"/>
            </a:xfrm>
            <a:prstGeom prst="rect">
              <a:avLst/>
            </a:prstGeom>
            <a:noFill/>
            <a:ln>
              <a:noFill/>
            </a:ln>
          </p:spPr>
          <p:txBody>
            <a:bodyPr anchorCtr="0" anchor="ctr" bIns="50800" lIns="50800" spcFirstLastPara="1" rIns="50800" wrap="square" tIns="50800">
              <a:noAutofit/>
            </a:bodyPr>
            <a:lstStyle/>
            <a:p>
              <a:pPr indent="0" lvl="0" marL="0" marR="0" rtl="0" algn="ctr">
                <a:lnSpc>
                  <a:spcPct val="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p21"/>
          <p:cNvGrpSpPr/>
          <p:nvPr/>
        </p:nvGrpSpPr>
        <p:grpSpPr>
          <a:xfrm>
            <a:off x="2863896" y="6530689"/>
            <a:ext cx="1765337" cy="1765337"/>
            <a:chOff x="0" y="0"/>
            <a:chExt cx="812800" cy="812800"/>
          </a:xfrm>
        </p:grpSpPr>
        <p:sp>
          <p:nvSpPr>
            <p:cNvPr id="265" name="Google Shape;265;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BE8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1"/>
            <p:cNvSpPr txBox="1"/>
            <p:nvPr/>
          </p:nvSpPr>
          <p:spPr>
            <a:xfrm>
              <a:off x="76200" y="190500"/>
              <a:ext cx="660400" cy="546100"/>
            </a:xfrm>
            <a:prstGeom prst="rect">
              <a:avLst/>
            </a:prstGeom>
            <a:noFill/>
            <a:ln>
              <a:noFill/>
            </a:ln>
          </p:spPr>
          <p:txBody>
            <a:bodyPr anchorCtr="0" anchor="ctr" bIns="50800" lIns="50800" spcFirstLastPara="1" rIns="50800" wrap="square" tIns="50800">
              <a:noAutofit/>
            </a:bodyPr>
            <a:lstStyle/>
            <a:p>
              <a:pPr indent="0" lvl="0" marL="0" marR="0" rtl="0" algn="ctr">
                <a:lnSpc>
                  <a:spcPct val="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7" name="Google Shape;267;p21"/>
          <p:cNvGrpSpPr/>
          <p:nvPr/>
        </p:nvGrpSpPr>
        <p:grpSpPr>
          <a:xfrm>
            <a:off x="13716005" y="6530689"/>
            <a:ext cx="1765337" cy="1765337"/>
            <a:chOff x="0" y="0"/>
            <a:chExt cx="812800" cy="812800"/>
          </a:xfrm>
        </p:grpSpPr>
        <p:sp>
          <p:nvSpPr>
            <p:cNvPr id="268" name="Google Shape;268;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1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1"/>
            <p:cNvSpPr txBox="1"/>
            <p:nvPr/>
          </p:nvSpPr>
          <p:spPr>
            <a:xfrm>
              <a:off x="76200" y="190500"/>
              <a:ext cx="660400" cy="546100"/>
            </a:xfrm>
            <a:prstGeom prst="rect">
              <a:avLst/>
            </a:prstGeom>
            <a:noFill/>
            <a:ln>
              <a:noFill/>
            </a:ln>
          </p:spPr>
          <p:txBody>
            <a:bodyPr anchorCtr="0" anchor="ctr" bIns="50800" lIns="50800" spcFirstLastPara="1" rIns="50800" wrap="square" tIns="50800">
              <a:noAutofit/>
            </a:bodyPr>
            <a:lstStyle/>
            <a:p>
              <a:pPr indent="0" lvl="0" marL="0" marR="0" rtl="0" algn="ctr">
                <a:lnSpc>
                  <a:spcPct val="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0" name="Google Shape;270;p21"/>
          <p:cNvGrpSpPr/>
          <p:nvPr/>
        </p:nvGrpSpPr>
        <p:grpSpPr>
          <a:xfrm>
            <a:off x="880693" y="6530689"/>
            <a:ext cx="1765337" cy="1765337"/>
            <a:chOff x="0" y="0"/>
            <a:chExt cx="812800" cy="812800"/>
          </a:xfrm>
        </p:grpSpPr>
        <p:sp>
          <p:nvSpPr>
            <p:cNvPr id="271" name="Google Shape;271;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4F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1"/>
            <p:cNvSpPr txBox="1"/>
            <p:nvPr/>
          </p:nvSpPr>
          <p:spPr>
            <a:xfrm>
              <a:off x="76200" y="190500"/>
              <a:ext cx="660400" cy="546100"/>
            </a:xfrm>
            <a:prstGeom prst="rect">
              <a:avLst/>
            </a:prstGeom>
            <a:noFill/>
            <a:ln>
              <a:noFill/>
            </a:ln>
          </p:spPr>
          <p:txBody>
            <a:bodyPr anchorCtr="0" anchor="ctr" bIns="50800" lIns="50800" spcFirstLastPara="1" rIns="50800" wrap="square" tIns="50800">
              <a:noAutofit/>
            </a:bodyPr>
            <a:lstStyle/>
            <a:p>
              <a:pPr indent="0" lvl="0" marL="0" marR="0" rtl="0" algn="ctr">
                <a:lnSpc>
                  <a:spcPct val="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3" name="Google Shape;273;p21"/>
          <p:cNvGrpSpPr/>
          <p:nvPr/>
        </p:nvGrpSpPr>
        <p:grpSpPr>
          <a:xfrm>
            <a:off x="7677042" y="6530689"/>
            <a:ext cx="1765337" cy="1765337"/>
            <a:chOff x="0" y="0"/>
            <a:chExt cx="812800" cy="812800"/>
          </a:xfrm>
        </p:grpSpPr>
        <p:sp>
          <p:nvSpPr>
            <p:cNvPr id="274" name="Google Shape;274;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E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1"/>
            <p:cNvSpPr txBox="1"/>
            <p:nvPr/>
          </p:nvSpPr>
          <p:spPr>
            <a:xfrm>
              <a:off x="76200" y="190500"/>
              <a:ext cx="660400" cy="546100"/>
            </a:xfrm>
            <a:prstGeom prst="rect">
              <a:avLst/>
            </a:prstGeom>
            <a:noFill/>
            <a:ln>
              <a:noFill/>
            </a:ln>
          </p:spPr>
          <p:txBody>
            <a:bodyPr anchorCtr="0" anchor="ctr" bIns="50800" lIns="50800" spcFirstLastPara="1" rIns="50800" wrap="square" tIns="50800">
              <a:noAutofit/>
            </a:bodyPr>
            <a:lstStyle/>
            <a:p>
              <a:pPr indent="0" lvl="0" marL="0" marR="0" rtl="0" algn="ctr">
                <a:lnSpc>
                  <a:spcPct val="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6" name="Google Shape;276;p21"/>
          <p:cNvGrpSpPr/>
          <p:nvPr/>
        </p:nvGrpSpPr>
        <p:grpSpPr>
          <a:xfrm>
            <a:off x="15728992" y="6530689"/>
            <a:ext cx="1765337" cy="1765337"/>
            <a:chOff x="0" y="0"/>
            <a:chExt cx="812800" cy="812800"/>
          </a:xfrm>
        </p:grpSpPr>
        <p:sp>
          <p:nvSpPr>
            <p:cNvPr id="277" name="Google Shape;277;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7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1"/>
            <p:cNvSpPr txBox="1"/>
            <p:nvPr/>
          </p:nvSpPr>
          <p:spPr>
            <a:xfrm>
              <a:off x="76200" y="190500"/>
              <a:ext cx="660400" cy="546100"/>
            </a:xfrm>
            <a:prstGeom prst="rect">
              <a:avLst/>
            </a:prstGeom>
            <a:noFill/>
            <a:ln>
              <a:noFill/>
            </a:ln>
          </p:spPr>
          <p:txBody>
            <a:bodyPr anchorCtr="0" anchor="ctr" bIns="50800" lIns="50800" spcFirstLastPara="1" rIns="50800" wrap="square" tIns="50800">
              <a:noAutofit/>
            </a:bodyPr>
            <a:lstStyle/>
            <a:p>
              <a:pPr indent="0" lvl="0" marL="0" marR="0" rtl="0" algn="ctr">
                <a:lnSpc>
                  <a:spcPct val="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9" name="Google Shape;279;p21"/>
          <p:cNvSpPr txBox="1"/>
          <p:nvPr/>
        </p:nvSpPr>
        <p:spPr>
          <a:xfrm>
            <a:off x="320515" y="9766098"/>
            <a:ext cx="2008187" cy="2025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99" u="none" cap="none" strike="noStrike">
                <a:solidFill>
                  <a:srgbClr val="000000"/>
                </a:solidFill>
                <a:latin typeface="IBM Plex Sans"/>
                <a:ea typeface="IBM Plex Sans"/>
                <a:cs typeface="IBM Plex Sans"/>
                <a:sym typeface="IBM Plex Sans"/>
              </a:rPr>
              <a:t>2026</a:t>
            </a:r>
            <a:endParaRPr/>
          </a:p>
        </p:txBody>
      </p:sp>
      <p:sp>
        <p:nvSpPr>
          <p:cNvPr id="280" name="Google Shape;280;p21"/>
          <p:cNvSpPr txBox="1"/>
          <p:nvPr/>
        </p:nvSpPr>
        <p:spPr>
          <a:xfrm>
            <a:off x="1011660" y="8562726"/>
            <a:ext cx="1500185" cy="238760"/>
          </a:xfrm>
          <a:prstGeom prst="rect">
            <a:avLst/>
          </a:prstGeom>
          <a:noFill/>
          <a:ln>
            <a:noFill/>
          </a:ln>
        </p:spPr>
        <p:txBody>
          <a:bodyPr anchorCtr="0" anchor="t" bIns="0" lIns="0" spcFirstLastPara="1" rIns="0" wrap="square" tIns="0">
            <a:spAutoFit/>
          </a:bodyPr>
          <a:lstStyle/>
          <a:p>
            <a:pPr indent="0" lvl="1" marL="0" marR="0" rtl="0" algn="ctr">
              <a:lnSpc>
                <a:spcPct val="115009"/>
              </a:lnSpc>
              <a:spcBef>
                <a:spcPts val="0"/>
              </a:spcBef>
              <a:spcAft>
                <a:spcPts val="0"/>
              </a:spcAft>
              <a:buNone/>
            </a:pPr>
            <a:r>
              <a:rPr b="0" i="0" lang="en-US" sz="1599" u="none" cap="none" strike="noStrike">
                <a:solidFill>
                  <a:srgbClr val="000000"/>
                </a:solidFill>
                <a:latin typeface="Arial"/>
                <a:ea typeface="Arial"/>
                <a:cs typeface="Arial"/>
                <a:sym typeface="Arial"/>
              </a:rPr>
              <a:t>#5c4fc8</a:t>
            </a:r>
            <a:endParaRPr/>
          </a:p>
        </p:txBody>
      </p:sp>
      <p:sp>
        <p:nvSpPr>
          <p:cNvPr id="281" name="Google Shape;281;p21"/>
          <p:cNvSpPr txBox="1"/>
          <p:nvPr/>
        </p:nvSpPr>
        <p:spPr>
          <a:xfrm>
            <a:off x="5796631" y="8562726"/>
            <a:ext cx="1498577" cy="238760"/>
          </a:xfrm>
          <a:prstGeom prst="rect">
            <a:avLst/>
          </a:prstGeom>
          <a:noFill/>
          <a:ln>
            <a:noFill/>
          </a:ln>
        </p:spPr>
        <p:txBody>
          <a:bodyPr anchorCtr="0" anchor="t" bIns="0" lIns="0" spcFirstLastPara="1" rIns="0" wrap="square" tIns="0">
            <a:spAutoFit/>
          </a:bodyPr>
          <a:lstStyle/>
          <a:p>
            <a:pPr indent="0" lvl="1" marL="0" marR="0" rtl="0" algn="ctr">
              <a:lnSpc>
                <a:spcPct val="115009"/>
              </a:lnSpc>
              <a:spcBef>
                <a:spcPts val="0"/>
              </a:spcBef>
              <a:spcAft>
                <a:spcPts val="0"/>
              </a:spcAft>
              <a:buNone/>
            </a:pPr>
            <a:r>
              <a:rPr b="0" i="0" lang="en-US" sz="1599" u="none" cap="none" strike="noStrike">
                <a:solidFill>
                  <a:srgbClr val="000000"/>
                </a:solidFill>
                <a:latin typeface="Arial"/>
                <a:ea typeface="Arial"/>
                <a:cs typeface="Arial"/>
                <a:sym typeface="Arial"/>
              </a:rPr>
              <a:t>#c8c8ff</a:t>
            </a:r>
            <a:endParaRPr/>
          </a:p>
        </p:txBody>
      </p:sp>
      <p:sp>
        <p:nvSpPr>
          <p:cNvPr id="282" name="Google Shape;282;p21"/>
          <p:cNvSpPr txBox="1"/>
          <p:nvPr/>
        </p:nvSpPr>
        <p:spPr>
          <a:xfrm>
            <a:off x="7809618" y="8562726"/>
            <a:ext cx="1500185" cy="238760"/>
          </a:xfrm>
          <a:prstGeom prst="rect">
            <a:avLst/>
          </a:prstGeom>
          <a:noFill/>
          <a:ln>
            <a:noFill/>
          </a:ln>
        </p:spPr>
        <p:txBody>
          <a:bodyPr anchorCtr="0" anchor="t" bIns="0" lIns="0" spcFirstLastPara="1" rIns="0" wrap="square" tIns="0">
            <a:spAutoFit/>
          </a:bodyPr>
          <a:lstStyle/>
          <a:p>
            <a:pPr indent="0" lvl="1" marL="0" marR="0" rtl="0" algn="ctr">
              <a:lnSpc>
                <a:spcPct val="115009"/>
              </a:lnSpc>
              <a:spcBef>
                <a:spcPts val="0"/>
              </a:spcBef>
              <a:spcAft>
                <a:spcPts val="0"/>
              </a:spcAft>
              <a:buNone/>
            </a:pPr>
            <a:r>
              <a:rPr b="0" i="0" lang="en-US" sz="1599" u="none" cap="none" strike="noStrike">
                <a:solidFill>
                  <a:srgbClr val="000000"/>
                </a:solidFill>
                <a:latin typeface="Arial"/>
                <a:ea typeface="Arial"/>
                <a:cs typeface="Arial"/>
                <a:sym typeface="Arial"/>
              </a:rPr>
              <a:t>#efefff</a:t>
            </a:r>
            <a:endParaRPr/>
          </a:p>
        </p:txBody>
      </p:sp>
      <p:sp>
        <p:nvSpPr>
          <p:cNvPr id="283" name="Google Shape;283;p21"/>
          <p:cNvSpPr txBox="1"/>
          <p:nvPr/>
        </p:nvSpPr>
        <p:spPr>
          <a:xfrm>
            <a:off x="9822606" y="8562726"/>
            <a:ext cx="1500185" cy="238760"/>
          </a:xfrm>
          <a:prstGeom prst="rect">
            <a:avLst/>
          </a:prstGeom>
          <a:noFill/>
          <a:ln>
            <a:noFill/>
          </a:ln>
        </p:spPr>
        <p:txBody>
          <a:bodyPr anchorCtr="0" anchor="t" bIns="0" lIns="0" spcFirstLastPara="1" rIns="0" wrap="square" tIns="0">
            <a:spAutoFit/>
          </a:bodyPr>
          <a:lstStyle/>
          <a:p>
            <a:pPr indent="0" lvl="1" marL="0" marR="0" rtl="0" algn="ctr">
              <a:lnSpc>
                <a:spcPct val="115009"/>
              </a:lnSpc>
              <a:spcBef>
                <a:spcPts val="0"/>
              </a:spcBef>
              <a:spcAft>
                <a:spcPts val="0"/>
              </a:spcAft>
              <a:buNone/>
            </a:pPr>
            <a:r>
              <a:rPr b="0" i="0" lang="en-US" sz="1599" u="none" cap="none" strike="noStrike">
                <a:solidFill>
                  <a:srgbClr val="000000"/>
                </a:solidFill>
                <a:latin typeface="Arial"/>
                <a:ea typeface="Arial"/>
                <a:cs typeface="Arial"/>
                <a:sym typeface="Arial"/>
              </a:rPr>
              <a:t>#e4f8e6</a:t>
            </a:r>
            <a:endParaRPr/>
          </a:p>
        </p:txBody>
      </p:sp>
      <p:sp>
        <p:nvSpPr>
          <p:cNvPr id="284" name="Google Shape;284;p21"/>
          <p:cNvSpPr txBox="1"/>
          <p:nvPr/>
        </p:nvSpPr>
        <p:spPr>
          <a:xfrm>
            <a:off x="11837202" y="8562726"/>
            <a:ext cx="1500185" cy="238760"/>
          </a:xfrm>
          <a:prstGeom prst="rect">
            <a:avLst/>
          </a:prstGeom>
          <a:noFill/>
          <a:ln>
            <a:noFill/>
          </a:ln>
        </p:spPr>
        <p:txBody>
          <a:bodyPr anchorCtr="0" anchor="t" bIns="0" lIns="0" spcFirstLastPara="1" rIns="0" wrap="square" tIns="0">
            <a:spAutoFit/>
          </a:bodyPr>
          <a:lstStyle/>
          <a:p>
            <a:pPr indent="0" lvl="1" marL="0" marR="0" rtl="0" algn="ctr">
              <a:lnSpc>
                <a:spcPct val="115009"/>
              </a:lnSpc>
              <a:spcBef>
                <a:spcPts val="0"/>
              </a:spcBef>
              <a:spcAft>
                <a:spcPts val="0"/>
              </a:spcAft>
              <a:buNone/>
            </a:pPr>
            <a:r>
              <a:rPr b="0" i="0" lang="en-US" sz="1599" u="none" cap="none" strike="noStrike">
                <a:solidFill>
                  <a:srgbClr val="000000"/>
                </a:solidFill>
                <a:latin typeface="Arial"/>
                <a:ea typeface="Arial"/>
                <a:cs typeface="Arial"/>
                <a:sym typeface="Arial"/>
              </a:rPr>
              <a:t>#c7ebcb</a:t>
            </a:r>
            <a:endParaRPr/>
          </a:p>
        </p:txBody>
      </p:sp>
      <p:sp>
        <p:nvSpPr>
          <p:cNvPr id="285" name="Google Shape;285;p21"/>
          <p:cNvSpPr txBox="1"/>
          <p:nvPr/>
        </p:nvSpPr>
        <p:spPr>
          <a:xfrm>
            <a:off x="2999690" y="8562726"/>
            <a:ext cx="1500185" cy="238760"/>
          </a:xfrm>
          <a:prstGeom prst="rect">
            <a:avLst/>
          </a:prstGeom>
          <a:noFill/>
          <a:ln>
            <a:noFill/>
          </a:ln>
        </p:spPr>
        <p:txBody>
          <a:bodyPr anchorCtr="0" anchor="t" bIns="0" lIns="0" spcFirstLastPara="1" rIns="0" wrap="square" tIns="0">
            <a:spAutoFit/>
          </a:bodyPr>
          <a:lstStyle/>
          <a:p>
            <a:pPr indent="0" lvl="1" marL="0" marR="0" rtl="0" algn="ctr">
              <a:lnSpc>
                <a:spcPct val="115009"/>
              </a:lnSpc>
              <a:spcBef>
                <a:spcPts val="0"/>
              </a:spcBef>
              <a:spcAft>
                <a:spcPts val="0"/>
              </a:spcAft>
              <a:buNone/>
            </a:pPr>
            <a:r>
              <a:rPr b="0" i="0" lang="en-US" sz="1599" u="none" cap="none" strike="noStrike">
                <a:solidFill>
                  <a:srgbClr val="000000"/>
                </a:solidFill>
                <a:latin typeface="Arial"/>
                <a:ea typeface="Arial"/>
                <a:cs typeface="Arial"/>
                <a:sym typeface="Arial"/>
              </a:rPr>
              <a:t>#abe8b1</a:t>
            </a:r>
            <a:endParaRPr/>
          </a:p>
        </p:txBody>
      </p:sp>
      <p:sp>
        <p:nvSpPr>
          <p:cNvPr id="286" name="Google Shape;286;p21"/>
          <p:cNvSpPr txBox="1"/>
          <p:nvPr/>
        </p:nvSpPr>
        <p:spPr>
          <a:xfrm>
            <a:off x="13853406" y="8562726"/>
            <a:ext cx="1500185" cy="238760"/>
          </a:xfrm>
          <a:prstGeom prst="rect">
            <a:avLst/>
          </a:prstGeom>
          <a:noFill/>
          <a:ln>
            <a:noFill/>
          </a:ln>
        </p:spPr>
        <p:txBody>
          <a:bodyPr anchorCtr="0" anchor="t" bIns="0" lIns="0" spcFirstLastPara="1" rIns="0" wrap="square" tIns="0">
            <a:spAutoFit/>
          </a:bodyPr>
          <a:lstStyle/>
          <a:p>
            <a:pPr indent="0" lvl="1" marL="0" marR="0" rtl="0" algn="ctr">
              <a:lnSpc>
                <a:spcPct val="115009"/>
              </a:lnSpc>
              <a:spcBef>
                <a:spcPts val="0"/>
              </a:spcBef>
              <a:spcAft>
                <a:spcPts val="0"/>
              </a:spcAft>
              <a:buNone/>
            </a:pPr>
            <a:r>
              <a:rPr b="0" i="0" lang="en-US" sz="1599" u="none" cap="none" strike="noStrike">
                <a:solidFill>
                  <a:srgbClr val="000000"/>
                </a:solidFill>
                <a:latin typeface="Arial"/>
                <a:ea typeface="Arial"/>
                <a:cs typeface="Arial"/>
                <a:sym typeface="Arial"/>
              </a:rPr>
              <a:t>#ffa184</a:t>
            </a:r>
            <a:endParaRPr/>
          </a:p>
        </p:txBody>
      </p:sp>
      <p:sp>
        <p:nvSpPr>
          <p:cNvPr id="287" name="Google Shape;287;p21"/>
          <p:cNvSpPr txBox="1"/>
          <p:nvPr/>
        </p:nvSpPr>
        <p:spPr>
          <a:xfrm>
            <a:off x="15944438" y="8562726"/>
            <a:ext cx="1500185" cy="238760"/>
          </a:xfrm>
          <a:prstGeom prst="rect">
            <a:avLst/>
          </a:prstGeom>
          <a:noFill/>
          <a:ln>
            <a:noFill/>
          </a:ln>
        </p:spPr>
        <p:txBody>
          <a:bodyPr anchorCtr="0" anchor="t" bIns="0" lIns="0" spcFirstLastPara="1" rIns="0" wrap="square" tIns="0">
            <a:spAutoFit/>
          </a:bodyPr>
          <a:lstStyle/>
          <a:p>
            <a:pPr indent="0" lvl="1" marL="0" marR="0" rtl="0" algn="ctr">
              <a:lnSpc>
                <a:spcPct val="115009"/>
              </a:lnSpc>
              <a:spcBef>
                <a:spcPts val="0"/>
              </a:spcBef>
              <a:spcAft>
                <a:spcPts val="0"/>
              </a:spcAft>
              <a:buNone/>
            </a:pPr>
            <a:r>
              <a:rPr b="0" i="0" lang="en-US" sz="1599" u="none" cap="none" strike="noStrike">
                <a:solidFill>
                  <a:srgbClr val="000000"/>
                </a:solidFill>
                <a:latin typeface="Arial"/>
                <a:ea typeface="Arial"/>
                <a:cs typeface="Arial"/>
                <a:sym typeface="Arial"/>
              </a:rPr>
              <a:t>#ff7f57</a:t>
            </a:r>
            <a:endParaRPr/>
          </a:p>
        </p:txBody>
      </p:sp>
      <p:grpSp>
        <p:nvGrpSpPr>
          <p:cNvPr id="288" name="Google Shape;288;p21"/>
          <p:cNvGrpSpPr/>
          <p:nvPr/>
        </p:nvGrpSpPr>
        <p:grpSpPr>
          <a:xfrm>
            <a:off x="5383170" y="2141114"/>
            <a:ext cx="1983204" cy="1983204"/>
            <a:chOff x="0" y="0"/>
            <a:chExt cx="812800" cy="812800"/>
          </a:xfrm>
        </p:grpSpPr>
        <p:sp>
          <p:nvSpPr>
            <p:cNvPr id="289" name="Google Shape;289;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cmpd="sng" w="28575">
              <a:solidFill>
                <a:srgbClr val="000000"/>
              </a:solidFill>
              <a:prstDash val="dot"/>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1"/>
            <p:cNvSpPr txBox="1"/>
            <p:nvPr/>
          </p:nvSpPr>
          <p:spPr>
            <a:xfrm>
              <a:off x="76200" y="190500"/>
              <a:ext cx="660400" cy="546100"/>
            </a:xfrm>
            <a:prstGeom prst="rect">
              <a:avLst/>
            </a:prstGeom>
            <a:noFill/>
            <a:ln>
              <a:noFill/>
            </a:ln>
          </p:spPr>
          <p:txBody>
            <a:bodyPr anchorCtr="0" anchor="ctr" bIns="50800" lIns="50800" spcFirstLastPara="1" rIns="50800" wrap="square" tIns="50800">
              <a:noAutofit/>
            </a:bodyPr>
            <a:lstStyle/>
            <a:p>
              <a:pPr indent="0" lvl="0" marL="0" marR="0" rtl="0" algn="ctr">
                <a:lnSpc>
                  <a:spcPct val="4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1" name="Google Shape;291;p21"/>
          <p:cNvSpPr txBox="1"/>
          <p:nvPr/>
        </p:nvSpPr>
        <p:spPr>
          <a:xfrm>
            <a:off x="1218092" y="4360412"/>
            <a:ext cx="1500185" cy="238760"/>
          </a:xfrm>
          <a:prstGeom prst="rect">
            <a:avLst/>
          </a:prstGeom>
          <a:noFill/>
          <a:ln>
            <a:noFill/>
          </a:ln>
        </p:spPr>
        <p:txBody>
          <a:bodyPr anchorCtr="0" anchor="t" bIns="0" lIns="0" spcFirstLastPara="1" rIns="0" wrap="square" tIns="0">
            <a:spAutoFit/>
          </a:bodyPr>
          <a:lstStyle/>
          <a:p>
            <a:pPr indent="0" lvl="1" marL="0" marR="0" rtl="0" algn="ctr">
              <a:lnSpc>
                <a:spcPct val="115009"/>
              </a:lnSpc>
              <a:spcBef>
                <a:spcPts val="0"/>
              </a:spcBef>
              <a:spcAft>
                <a:spcPts val="0"/>
              </a:spcAft>
              <a:buNone/>
            </a:pPr>
            <a:r>
              <a:rPr b="0" i="0" lang="en-US" sz="1599" u="none" cap="none" strike="noStrike">
                <a:solidFill>
                  <a:srgbClr val="000000"/>
                </a:solidFill>
                <a:latin typeface="Arial"/>
                <a:ea typeface="Arial"/>
                <a:cs typeface="Arial"/>
                <a:sym typeface="Arial"/>
              </a:rPr>
              <a:t>#000000</a:t>
            </a:r>
            <a:endParaRPr/>
          </a:p>
        </p:txBody>
      </p:sp>
      <p:sp>
        <p:nvSpPr>
          <p:cNvPr id="292" name="Google Shape;292;p21"/>
          <p:cNvSpPr txBox="1"/>
          <p:nvPr/>
        </p:nvSpPr>
        <p:spPr>
          <a:xfrm>
            <a:off x="3377856" y="4360412"/>
            <a:ext cx="1498577" cy="238760"/>
          </a:xfrm>
          <a:prstGeom prst="rect">
            <a:avLst/>
          </a:prstGeom>
          <a:noFill/>
          <a:ln>
            <a:noFill/>
          </a:ln>
        </p:spPr>
        <p:txBody>
          <a:bodyPr anchorCtr="0" anchor="t" bIns="0" lIns="0" spcFirstLastPara="1" rIns="0" wrap="square" tIns="0">
            <a:spAutoFit/>
          </a:bodyPr>
          <a:lstStyle/>
          <a:p>
            <a:pPr indent="0" lvl="1" marL="0" marR="0" rtl="0" algn="ctr">
              <a:lnSpc>
                <a:spcPct val="115009"/>
              </a:lnSpc>
              <a:spcBef>
                <a:spcPts val="0"/>
              </a:spcBef>
              <a:spcAft>
                <a:spcPts val="0"/>
              </a:spcAft>
              <a:buNone/>
            </a:pPr>
            <a:r>
              <a:rPr b="0" i="0" lang="en-US" sz="1599" u="none" cap="none" strike="noStrike">
                <a:solidFill>
                  <a:srgbClr val="000000"/>
                </a:solidFill>
                <a:latin typeface="Arial"/>
                <a:ea typeface="Arial"/>
                <a:cs typeface="Arial"/>
                <a:sym typeface="Arial"/>
              </a:rPr>
              <a:t>#fcfdf9</a:t>
            </a:r>
            <a:endParaRPr/>
          </a:p>
        </p:txBody>
      </p:sp>
      <p:sp>
        <p:nvSpPr>
          <p:cNvPr id="293" name="Google Shape;293;p21"/>
          <p:cNvSpPr txBox="1"/>
          <p:nvPr/>
        </p:nvSpPr>
        <p:spPr>
          <a:xfrm>
            <a:off x="5733604" y="4360412"/>
            <a:ext cx="1500185" cy="238760"/>
          </a:xfrm>
          <a:prstGeom prst="rect">
            <a:avLst/>
          </a:prstGeom>
          <a:noFill/>
          <a:ln>
            <a:noFill/>
          </a:ln>
        </p:spPr>
        <p:txBody>
          <a:bodyPr anchorCtr="0" anchor="t" bIns="0" lIns="0" spcFirstLastPara="1" rIns="0" wrap="square" tIns="0">
            <a:spAutoFit/>
          </a:bodyPr>
          <a:lstStyle/>
          <a:p>
            <a:pPr indent="0" lvl="1" marL="0" marR="0" rtl="0" algn="ctr">
              <a:lnSpc>
                <a:spcPct val="115009"/>
              </a:lnSpc>
              <a:spcBef>
                <a:spcPts val="0"/>
              </a:spcBef>
              <a:spcAft>
                <a:spcPts val="0"/>
              </a:spcAft>
              <a:buNone/>
            </a:pPr>
            <a:r>
              <a:rPr b="0" i="0" lang="en-US" sz="1599" u="none" cap="none" strike="noStrike">
                <a:solidFill>
                  <a:srgbClr val="000000"/>
                </a:solidFill>
                <a:latin typeface="Arial"/>
                <a:ea typeface="Arial"/>
                <a:cs typeface="Arial"/>
                <a:sym typeface="Arial"/>
              </a:rPr>
              <a:t>#ffffff</a:t>
            </a:r>
            <a:endParaRPr/>
          </a:p>
        </p:txBody>
      </p:sp>
      <p:sp>
        <p:nvSpPr>
          <p:cNvPr id="294" name="Google Shape;294;p21"/>
          <p:cNvSpPr txBox="1"/>
          <p:nvPr/>
        </p:nvSpPr>
        <p:spPr>
          <a:xfrm>
            <a:off x="8968919" y="2056390"/>
            <a:ext cx="8421100" cy="21240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500" u="none" cap="none" strike="noStrike">
                <a:solidFill>
                  <a:srgbClr val="000000"/>
                </a:solidFill>
                <a:latin typeface="IBM Plex Sans"/>
                <a:ea typeface="IBM Plex Sans"/>
                <a:cs typeface="IBM Plex Sans"/>
                <a:sym typeface="IBM Plex Sans"/>
              </a:rPr>
              <a:t>Was wir beachten: </a:t>
            </a:r>
            <a:endParaRPr/>
          </a:p>
          <a:p>
            <a:pPr indent="-161925" lvl="1" marL="323850" marR="0" rtl="0" algn="l">
              <a:lnSpc>
                <a:spcPct val="140000"/>
              </a:lnSpc>
              <a:spcBef>
                <a:spcPts val="0"/>
              </a:spcBef>
              <a:spcAft>
                <a:spcPts val="0"/>
              </a:spcAft>
              <a:buClr>
                <a:srgbClr val="000000"/>
              </a:buClr>
              <a:buSzPts val="1500"/>
              <a:buFont typeface="Arial"/>
              <a:buChar char="•"/>
            </a:pPr>
            <a:r>
              <a:rPr b="0" i="0" lang="en-US" sz="1500" u="none" cap="none" strike="noStrike">
                <a:solidFill>
                  <a:srgbClr val="000000"/>
                </a:solidFill>
                <a:latin typeface="IBM Plex Sans"/>
                <a:ea typeface="IBM Plex Sans"/>
                <a:cs typeface="IBM Plex Sans"/>
                <a:sym typeface="IBM Plex Sans"/>
              </a:rPr>
              <a:t>Schwarz, Weiss und Off-White sind unsere Basis und unsere Primärfarben.</a:t>
            </a:r>
            <a:endParaRPr/>
          </a:p>
          <a:p>
            <a:pPr indent="-161925" lvl="1" marL="323850" marR="0" rtl="0" algn="l">
              <a:lnSpc>
                <a:spcPct val="140000"/>
              </a:lnSpc>
              <a:spcBef>
                <a:spcPts val="0"/>
              </a:spcBef>
              <a:spcAft>
                <a:spcPts val="0"/>
              </a:spcAft>
              <a:buClr>
                <a:srgbClr val="000000"/>
              </a:buClr>
              <a:buSzPts val="1500"/>
              <a:buFont typeface="Arial"/>
              <a:buChar char="•"/>
            </a:pPr>
            <a:r>
              <a:rPr b="0" i="0" lang="en-US" sz="1500" u="none" cap="none" strike="noStrike">
                <a:solidFill>
                  <a:srgbClr val="000000"/>
                </a:solidFill>
                <a:latin typeface="IBM Plex Sans"/>
                <a:ea typeface="IBM Plex Sans"/>
                <a:cs typeface="IBM Plex Sans"/>
                <a:sym typeface="IBM Plex Sans"/>
              </a:rPr>
              <a:t>Text immer Primärfarben oder, seltener, in Supportfarben.</a:t>
            </a:r>
            <a:endParaRPr/>
          </a:p>
          <a:p>
            <a:pPr indent="-161925" lvl="1" marL="323850" marR="0" rtl="0" algn="l">
              <a:lnSpc>
                <a:spcPct val="140000"/>
              </a:lnSpc>
              <a:spcBef>
                <a:spcPts val="0"/>
              </a:spcBef>
              <a:spcAft>
                <a:spcPts val="0"/>
              </a:spcAft>
              <a:buClr>
                <a:srgbClr val="000000"/>
              </a:buClr>
              <a:buSzPts val="1500"/>
              <a:buFont typeface="Arial"/>
              <a:buChar char="•"/>
            </a:pPr>
            <a:r>
              <a:rPr b="0" i="0" lang="en-US" sz="1500" u="none" cap="none" strike="noStrike">
                <a:solidFill>
                  <a:srgbClr val="000000"/>
                </a:solidFill>
                <a:latin typeface="IBM Plex Sans"/>
                <a:ea typeface="IBM Plex Sans"/>
                <a:cs typeface="IBM Plex Sans"/>
                <a:sym typeface="IBM Plex Sans"/>
              </a:rPr>
              <a:t>Akzentfarben sind für Flächen, Sticker und Highlights. Nicht für Fliesstext.</a:t>
            </a:r>
            <a:endParaRPr/>
          </a:p>
          <a:p>
            <a:pPr indent="-161925" lvl="1" marL="323850" marR="0" rtl="0" algn="l">
              <a:lnSpc>
                <a:spcPct val="140000"/>
              </a:lnSpc>
              <a:spcBef>
                <a:spcPts val="0"/>
              </a:spcBef>
              <a:spcAft>
                <a:spcPts val="0"/>
              </a:spcAft>
              <a:buClr>
                <a:srgbClr val="000000"/>
              </a:buClr>
              <a:buSzPts val="1500"/>
              <a:buFont typeface="Arial"/>
              <a:buChar char="•"/>
            </a:pPr>
            <a:r>
              <a:rPr b="0" i="0" lang="en-US" sz="1500" u="none" cap="none" strike="noStrike">
                <a:solidFill>
                  <a:srgbClr val="000000"/>
                </a:solidFill>
                <a:latin typeface="IBM Plex Sans"/>
                <a:ea typeface="IBM Plex Sans"/>
                <a:cs typeface="IBM Plex Sans"/>
                <a:sym typeface="IBM Plex Sans"/>
              </a:rPr>
              <a:t>Wenige Akzentfarben pro Komposition. Nicht alle gleichzeitig.</a:t>
            </a:r>
            <a:endParaRPr/>
          </a:p>
          <a:p>
            <a:pPr indent="-161925" lvl="1" marL="323850" marR="0" rtl="0" algn="l">
              <a:lnSpc>
                <a:spcPct val="140000"/>
              </a:lnSpc>
              <a:spcBef>
                <a:spcPts val="0"/>
              </a:spcBef>
              <a:spcAft>
                <a:spcPts val="0"/>
              </a:spcAft>
              <a:buClr>
                <a:srgbClr val="000000"/>
              </a:buClr>
              <a:buSzPts val="1500"/>
              <a:buFont typeface="Arial"/>
              <a:buChar char="•"/>
            </a:pPr>
            <a:r>
              <a:rPr b="0" i="0" lang="en-US" sz="1500" u="none" cap="none" strike="noStrike">
                <a:solidFill>
                  <a:srgbClr val="000000"/>
                </a:solidFill>
                <a:latin typeface="IBM Plex Sans"/>
                <a:ea typeface="IBM Plex Sans"/>
                <a:cs typeface="IBM Plex Sans"/>
                <a:sym typeface="IBM Plex Sans"/>
              </a:rPr>
              <a:t>Kontrast prüfen für lesbarkeit. Im Zweifel: einmal zusammenkneifen. Wenn der Text verschwimmt, stimmt der Kontrast nicht.</a:t>
            </a:r>
            <a:endParaRPr/>
          </a:p>
          <a:p>
            <a:pPr indent="0" lvl="0" marL="0" marR="0" rtl="0" algn="l">
              <a:lnSpc>
                <a:spcPct val="140000"/>
              </a:lnSpc>
              <a:spcBef>
                <a:spcPts val="0"/>
              </a:spcBef>
              <a:spcAft>
                <a:spcPts val="0"/>
              </a:spcAft>
              <a:buNone/>
            </a:pPr>
            <a:r>
              <a:t/>
            </a:r>
            <a:endParaRPr b="0" i="0" sz="1500" u="none" cap="none" strike="noStrike">
              <a:solidFill>
                <a:srgbClr val="000000"/>
              </a:solidFill>
              <a:latin typeface="IBM Plex Sans"/>
              <a:ea typeface="IBM Plex Sans"/>
              <a:cs typeface="IBM Plex Sans"/>
              <a:sym typeface="IBM Plex Sans"/>
            </a:endParaRPr>
          </a:p>
        </p:txBody>
      </p:sp>
      <p:sp>
        <p:nvSpPr>
          <p:cNvPr id="295" name="Google Shape;295;p21"/>
          <p:cNvSpPr txBox="1"/>
          <p:nvPr/>
        </p:nvSpPr>
        <p:spPr>
          <a:xfrm>
            <a:off x="5796631" y="5825204"/>
            <a:ext cx="1792886" cy="238760"/>
          </a:xfrm>
          <a:prstGeom prst="rect">
            <a:avLst/>
          </a:prstGeom>
          <a:noFill/>
          <a:ln>
            <a:noFill/>
          </a:ln>
        </p:spPr>
        <p:txBody>
          <a:bodyPr anchorCtr="0" anchor="t" bIns="0" lIns="0" spcFirstLastPara="1" rIns="0" wrap="square" tIns="0">
            <a:spAutoFit/>
          </a:bodyPr>
          <a:lstStyle/>
          <a:p>
            <a:pPr indent="0" lvl="1" marL="0" marR="0" rtl="0" algn="l">
              <a:lnSpc>
                <a:spcPct val="115009"/>
              </a:lnSpc>
              <a:spcBef>
                <a:spcPts val="0"/>
              </a:spcBef>
              <a:spcAft>
                <a:spcPts val="0"/>
              </a:spcAft>
              <a:buNone/>
            </a:pPr>
            <a:r>
              <a:rPr b="1" i="0" lang="en-US" sz="1599" u="none" cap="none" strike="noStrike">
                <a:solidFill>
                  <a:srgbClr val="000000"/>
                </a:solidFill>
                <a:latin typeface="Arial"/>
                <a:ea typeface="Arial"/>
                <a:cs typeface="Arial"/>
                <a:sym typeface="Arial"/>
              </a:rPr>
              <a:t>Akzent Farben  </a:t>
            </a:r>
            <a:endParaRPr/>
          </a:p>
        </p:txBody>
      </p:sp>
      <p:pic>
        <p:nvPicPr>
          <p:cNvPr id="296" name="Google Shape;296;p21" title="Logo Sign.png"/>
          <p:cNvPicPr preferRelativeResize="0"/>
          <p:nvPr/>
        </p:nvPicPr>
        <p:blipFill>
          <a:blip r:embed="rId3">
            <a:alphaModFix/>
          </a:blip>
          <a:stretch>
            <a:fillRect/>
          </a:stretch>
        </p:blipFill>
        <p:spPr>
          <a:xfrm>
            <a:off x="16813151" y="248500"/>
            <a:ext cx="1245123" cy="5125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DF9"/>
        </a:solidFill>
      </p:bgPr>
    </p:bg>
    <p:spTree>
      <p:nvGrpSpPr>
        <p:cNvPr id="300" name="Shape 300"/>
        <p:cNvGrpSpPr/>
        <p:nvPr/>
      </p:nvGrpSpPr>
      <p:grpSpPr>
        <a:xfrm>
          <a:off x="0" y="0"/>
          <a:ext cx="0" cy="0"/>
          <a:chOff x="0" y="0"/>
          <a:chExt cx="0" cy="0"/>
        </a:xfrm>
      </p:grpSpPr>
      <p:sp>
        <p:nvSpPr>
          <p:cNvPr id="301" name="Google Shape;301;p22"/>
          <p:cNvSpPr txBox="1"/>
          <p:nvPr/>
        </p:nvSpPr>
        <p:spPr>
          <a:xfrm>
            <a:off x="1028700" y="697372"/>
            <a:ext cx="8527800" cy="13545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lang="en-US" sz="5000">
                <a:latin typeface="DM Sans ExtraBold"/>
                <a:ea typeface="DM Sans ExtraBold"/>
                <a:cs typeface="DM Sans ExtraBold"/>
                <a:sym typeface="DM Sans ExtraBold"/>
              </a:rPr>
              <a:t>Stickers!</a:t>
            </a:r>
            <a:endParaRPr sz="5000">
              <a:latin typeface="DM Sans ExtraBold"/>
              <a:ea typeface="DM Sans ExtraBold"/>
              <a:cs typeface="DM Sans ExtraBold"/>
              <a:sym typeface="DM Sans ExtraBold"/>
            </a:endParaRPr>
          </a:p>
          <a:p>
            <a:pPr indent="0" lvl="0" marL="0" marR="0" rtl="0" algn="l">
              <a:lnSpc>
                <a:spcPct val="80000"/>
              </a:lnSpc>
              <a:spcBef>
                <a:spcPts val="0"/>
              </a:spcBef>
              <a:spcAft>
                <a:spcPts val="0"/>
              </a:spcAft>
              <a:buNone/>
            </a:pPr>
            <a:r>
              <a:t/>
            </a:r>
            <a:endParaRPr sz="2500">
              <a:latin typeface="DM Sans"/>
              <a:ea typeface="DM Sans"/>
              <a:cs typeface="DM Sans"/>
              <a:sym typeface="DM Sans"/>
            </a:endParaRPr>
          </a:p>
          <a:p>
            <a:pPr indent="0" lvl="0" marL="0" marR="0" rtl="0" algn="l">
              <a:lnSpc>
                <a:spcPct val="80000"/>
              </a:lnSpc>
              <a:spcBef>
                <a:spcPts val="0"/>
              </a:spcBef>
              <a:spcAft>
                <a:spcPts val="0"/>
              </a:spcAft>
              <a:buNone/>
            </a:pPr>
            <a:r>
              <a:t/>
            </a:r>
            <a:endParaRPr sz="3500">
              <a:latin typeface="DM Sans"/>
              <a:ea typeface="DM Sans"/>
              <a:cs typeface="DM Sans"/>
              <a:sym typeface="DM Sans"/>
            </a:endParaRPr>
          </a:p>
        </p:txBody>
      </p:sp>
      <p:pic>
        <p:nvPicPr>
          <p:cNvPr id="302" name="Google Shape;302;p22" title="Sticker Digital Wizard.png"/>
          <p:cNvPicPr preferRelativeResize="0"/>
          <p:nvPr/>
        </p:nvPicPr>
        <p:blipFill>
          <a:blip r:embed="rId3">
            <a:alphaModFix/>
          </a:blip>
          <a:stretch>
            <a:fillRect/>
          </a:stretch>
        </p:blipFill>
        <p:spPr>
          <a:xfrm>
            <a:off x="14586425" y="5762400"/>
            <a:ext cx="4003800" cy="4003800"/>
          </a:xfrm>
          <a:prstGeom prst="rect">
            <a:avLst/>
          </a:prstGeom>
          <a:noFill/>
          <a:ln>
            <a:noFill/>
          </a:ln>
        </p:spPr>
      </p:pic>
      <p:pic>
        <p:nvPicPr>
          <p:cNvPr id="303" name="Google Shape;303;p22" title="Sticker Logo Box.png"/>
          <p:cNvPicPr preferRelativeResize="0"/>
          <p:nvPr/>
        </p:nvPicPr>
        <p:blipFill>
          <a:blip r:embed="rId4">
            <a:alphaModFix/>
          </a:blip>
          <a:stretch>
            <a:fillRect/>
          </a:stretch>
        </p:blipFill>
        <p:spPr>
          <a:xfrm>
            <a:off x="3685650" y="1240571"/>
            <a:ext cx="2854641" cy="2854641"/>
          </a:xfrm>
          <a:prstGeom prst="rect">
            <a:avLst/>
          </a:prstGeom>
          <a:noFill/>
          <a:ln>
            <a:noFill/>
          </a:ln>
        </p:spPr>
      </p:pic>
      <p:pic>
        <p:nvPicPr>
          <p:cNvPr id="304" name="Google Shape;304;p22" title="Sticker Do It.png"/>
          <p:cNvPicPr preferRelativeResize="0"/>
          <p:nvPr/>
        </p:nvPicPr>
        <p:blipFill>
          <a:blip r:embed="rId5">
            <a:alphaModFix/>
          </a:blip>
          <a:stretch>
            <a:fillRect/>
          </a:stretch>
        </p:blipFill>
        <p:spPr>
          <a:xfrm>
            <a:off x="4776127" y="2782077"/>
            <a:ext cx="3702960" cy="3702960"/>
          </a:xfrm>
          <a:prstGeom prst="rect">
            <a:avLst/>
          </a:prstGeom>
          <a:noFill/>
          <a:ln>
            <a:noFill/>
          </a:ln>
        </p:spPr>
      </p:pic>
      <p:pic>
        <p:nvPicPr>
          <p:cNvPr id="305" name="Google Shape;305;p22" title="Sticker Keep Learning.png"/>
          <p:cNvPicPr preferRelativeResize="0"/>
          <p:nvPr/>
        </p:nvPicPr>
        <p:blipFill>
          <a:blip r:embed="rId6">
            <a:alphaModFix/>
          </a:blip>
          <a:stretch>
            <a:fillRect/>
          </a:stretch>
        </p:blipFill>
        <p:spPr>
          <a:xfrm>
            <a:off x="-531336" y="4741140"/>
            <a:ext cx="3702960" cy="3702960"/>
          </a:xfrm>
          <a:prstGeom prst="rect">
            <a:avLst/>
          </a:prstGeom>
          <a:noFill/>
          <a:ln>
            <a:noFill/>
          </a:ln>
        </p:spPr>
      </p:pic>
      <p:pic>
        <p:nvPicPr>
          <p:cNvPr id="306" name="Google Shape;306;p22" title="Sticker Name.png"/>
          <p:cNvPicPr preferRelativeResize="0"/>
          <p:nvPr/>
        </p:nvPicPr>
        <p:blipFill>
          <a:blip r:embed="rId7">
            <a:alphaModFix/>
          </a:blip>
          <a:stretch>
            <a:fillRect/>
          </a:stretch>
        </p:blipFill>
        <p:spPr>
          <a:xfrm>
            <a:off x="14966439" y="3292015"/>
            <a:ext cx="3702960" cy="3702960"/>
          </a:xfrm>
          <a:prstGeom prst="rect">
            <a:avLst/>
          </a:prstGeom>
          <a:noFill/>
          <a:ln>
            <a:noFill/>
          </a:ln>
        </p:spPr>
      </p:pic>
      <p:pic>
        <p:nvPicPr>
          <p:cNvPr id="307" name="Google Shape;307;p22" title="Sticker Cat.png"/>
          <p:cNvPicPr preferRelativeResize="0"/>
          <p:nvPr/>
        </p:nvPicPr>
        <p:blipFill>
          <a:blip r:embed="rId8">
            <a:alphaModFix/>
          </a:blip>
          <a:stretch>
            <a:fillRect/>
          </a:stretch>
        </p:blipFill>
        <p:spPr>
          <a:xfrm>
            <a:off x="4682239" y="-713735"/>
            <a:ext cx="3702960" cy="3702960"/>
          </a:xfrm>
          <a:prstGeom prst="rect">
            <a:avLst/>
          </a:prstGeom>
          <a:noFill/>
          <a:ln>
            <a:noFill/>
          </a:ln>
        </p:spPr>
      </p:pic>
      <p:pic>
        <p:nvPicPr>
          <p:cNvPr id="308" name="Google Shape;308;p22" title="Sticker Cool.png"/>
          <p:cNvPicPr preferRelativeResize="0"/>
          <p:nvPr/>
        </p:nvPicPr>
        <p:blipFill>
          <a:blip r:embed="rId9">
            <a:alphaModFix/>
          </a:blip>
          <a:stretch>
            <a:fillRect/>
          </a:stretch>
        </p:blipFill>
        <p:spPr>
          <a:xfrm>
            <a:off x="5943764" y="7215240"/>
            <a:ext cx="3702960" cy="3702960"/>
          </a:xfrm>
          <a:prstGeom prst="rect">
            <a:avLst/>
          </a:prstGeom>
          <a:noFill/>
          <a:ln>
            <a:noFill/>
          </a:ln>
        </p:spPr>
      </p:pic>
      <p:pic>
        <p:nvPicPr>
          <p:cNvPr id="309" name="Google Shape;309;p22" title="Sticker Click.png"/>
          <p:cNvPicPr preferRelativeResize="0"/>
          <p:nvPr/>
        </p:nvPicPr>
        <p:blipFill>
          <a:blip r:embed="rId10">
            <a:alphaModFix/>
          </a:blip>
          <a:stretch>
            <a:fillRect/>
          </a:stretch>
        </p:blipFill>
        <p:spPr>
          <a:xfrm>
            <a:off x="11721314" y="2241390"/>
            <a:ext cx="3702960" cy="3702960"/>
          </a:xfrm>
          <a:prstGeom prst="rect">
            <a:avLst/>
          </a:prstGeom>
          <a:noFill/>
          <a:ln>
            <a:noFill/>
          </a:ln>
        </p:spPr>
      </p:pic>
      <p:pic>
        <p:nvPicPr>
          <p:cNvPr id="310" name="Google Shape;310;p22" title="Sticker Heart.png"/>
          <p:cNvPicPr preferRelativeResize="0"/>
          <p:nvPr/>
        </p:nvPicPr>
        <p:blipFill>
          <a:blip r:embed="rId11">
            <a:alphaModFix/>
          </a:blip>
          <a:stretch>
            <a:fillRect/>
          </a:stretch>
        </p:blipFill>
        <p:spPr>
          <a:xfrm>
            <a:off x="7687639" y="3836515"/>
            <a:ext cx="3702960" cy="3702960"/>
          </a:xfrm>
          <a:prstGeom prst="rect">
            <a:avLst/>
          </a:prstGeom>
          <a:noFill/>
          <a:ln>
            <a:noFill/>
          </a:ln>
        </p:spPr>
      </p:pic>
      <p:pic>
        <p:nvPicPr>
          <p:cNvPr id="311" name="Google Shape;311;p22" title="Sticker TNT.png"/>
          <p:cNvPicPr preferRelativeResize="0"/>
          <p:nvPr/>
        </p:nvPicPr>
        <p:blipFill>
          <a:blip r:embed="rId12">
            <a:alphaModFix/>
          </a:blip>
          <a:stretch>
            <a:fillRect/>
          </a:stretch>
        </p:blipFill>
        <p:spPr>
          <a:xfrm>
            <a:off x="1106389" y="6487390"/>
            <a:ext cx="3702960" cy="3702960"/>
          </a:xfrm>
          <a:prstGeom prst="rect">
            <a:avLst/>
          </a:prstGeom>
          <a:noFill/>
          <a:ln>
            <a:noFill/>
          </a:ln>
        </p:spPr>
      </p:pic>
      <p:pic>
        <p:nvPicPr>
          <p:cNvPr id="312" name="Google Shape;312;p22" title="Sticker TechTalents Green.png"/>
          <p:cNvPicPr preferRelativeResize="0"/>
          <p:nvPr/>
        </p:nvPicPr>
        <p:blipFill>
          <a:blip r:embed="rId13">
            <a:alphaModFix/>
          </a:blip>
          <a:stretch>
            <a:fillRect/>
          </a:stretch>
        </p:blipFill>
        <p:spPr>
          <a:xfrm>
            <a:off x="7088664" y="697365"/>
            <a:ext cx="3702960" cy="3702960"/>
          </a:xfrm>
          <a:prstGeom prst="rect">
            <a:avLst/>
          </a:prstGeom>
          <a:noFill/>
          <a:ln>
            <a:noFill/>
          </a:ln>
        </p:spPr>
      </p:pic>
      <p:pic>
        <p:nvPicPr>
          <p:cNvPr id="313" name="Google Shape;313;p22" title="Sticker Logo Purple.png"/>
          <p:cNvPicPr preferRelativeResize="0"/>
          <p:nvPr/>
        </p:nvPicPr>
        <p:blipFill>
          <a:blip r:embed="rId14">
            <a:alphaModFix/>
          </a:blip>
          <a:stretch>
            <a:fillRect/>
          </a:stretch>
        </p:blipFill>
        <p:spPr>
          <a:xfrm>
            <a:off x="242039" y="1346715"/>
            <a:ext cx="3702960" cy="3702960"/>
          </a:xfrm>
          <a:prstGeom prst="rect">
            <a:avLst/>
          </a:prstGeom>
          <a:noFill/>
          <a:ln>
            <a:noFill/>
          </a:ln>
        </p:spPr>
      </p:pic>
      <p:pic>
        <p:nvPicPr>
          <p:cNvPr id="314" name="Google Shape;314;p22" title="Sticker You know.png"/>
          <p:cNvPicPr preferRelativeResize="0"/>
          <p:nvPr/>
        </p:nvPicPr>
        <p:blipFill>
          <a:blip r:embed="rId15">
            <a:alphaModFix/>
          </a:blip>
          <a:stretch>
            <a:fillRect/>
          </a:stretch>
        </p:blipFill>
        <p:spPr>
          <a:xfrm>
            <a:off x="11296739" y="6305390"/>
            <a:ext cx="3702960" cy="3702960"/>
          </a:xfrm>
          <a:prstGeom prst="rect">
            <a:avLst/>
          </a:prstGeom>
          <a:noFill/>
          <a:ln>
            <a:noFill/>
          </a:ln>
        </p:spPr>
      </p:pic>
      <p:pic>
        <p:nvPicPr>
          <p:cNvPr id="315" name="Google Shape;315;p22" title="Sticker Schwert.png"/>
          <p:cNvPicPr preferRelativeResize="0"/>
          <p:nvPr/>
        </p:nvPicPr>
        <p:blipFill>
          <a:blip r:embed="rId16">
            <a:alphaModFix/>
          </a:blip>
          <a:stretch>
            <a:fillRect/>
          </a:stretch>
        </p:blipFill>
        <p:spPr>
          <a:xfrm>
            <a:off x="1258039" y="3575865"/>
            <a:ext cx="3702960" cy="3702960"/>
          </a:xfrm>
          <a:prstGeom prst="rect">
            <a:avLst/>
          </a:prstGeom>
          <a:noFill/>
          <a:ln>
            <a:noFill/>
          </a:ln>
        </p:spPr>
      </p:pic>
      <p:pic>
        <p:nvPicPr>
          <p:cNvPr id="316" name="Google Shape;316;p22" title="Sticker Slay.png"/>
          <p:cNvPicPr preferRelativeResize="0"/>
          <p:nvPr/>
        </p:nvPicPr>
        <p:blipFill>
          <a:blip r:embed="rId17">
            <a:alphaModFix/>
          </a:blip>
          <a:stretch>
            <a:fillRect/>
          </a:stretch>
        </p:blipFill>
        <p:spPr>
          <a:xfrm>
            <a:off x="10996339" y="3949252"/>
            <a:ext cx="3702960" cy="3702960"/>
          </a:xfrm>
          <a:prstGeom prst="rect">
            <a:avLst/>
          </a:prstGeom>
          <a:noFill/>
          <a:ln>
            <a:noFill/>
          </a:ln>
        </p:spPr>
      </p:pic>
      <p:pic>
        <p:nvPicPr>
          <p:cNvPr id="317" name="Google Shape;317;p22" title="Sticker Build Break Repeat.png"/>
          <p:cNvPicPr preferRelativeResize="0"/>
          <p:nvPr/>
        </p:nvPicPr>
        <p:blipFill>
          <a:blip r:embed="rId18">
            <a:alphaModFix/>
          </a:blip>
          <a:stretch>
            <a:fillRect/>
          </a:stretch>
        </p:blipFill>
        <p:spPr>
          <a:xfrm>
            <a:off x="4231564" y="5228740"/>
            <a:ext cx="3702960" cy="3702960"/>
          </a:xfrm>
          <a:prstGeom prst="rect">
            <a:avLst/>
          </a:prstGeom>
          <a:noFill/>
          <a:ln>
            <a:noFill/>
          </a:ln>
        </p:spPr>
      </p:pic>
      <p:pic>
        <p:nvPicPr>
          <p:cNvPr id="318" name="Google Shape;318;p22" title="Sticker TechTalent.png"/>
          <p:cNvPicPr preferRelativeResize="0"/>
          <p:nvPr/>
        </p:nvPicPr>
        <p:blipFill>
          <a:blip r:embed="rId19">
            <a:alphaModFix/>
          </a:blip>
          <a:stretch>
            <a:fillRect/>
          </a:stretch>
        </p:blipFill>
        <p:spPr>
          <a:xfrm>
            <a:off x="11027552" y="133565"/>
            <a:ext cx="3702960" cy="3702960"/>
          </a:xfrm>
          <a:prstGeom prst="rect">
            <a:avLst/>
          </a:prstGeom>
          <a:noFill/>
          <a:ln>
            <a:noFill/>
          </a:ln>
        </p:spPr>
      </p:pic>
      <p:pic>
        <p:nvPicPr>
          <p:cNvPr id="319" name="Google Shape;319;p22" title="Sticker Support.png"/>
          <p:cNvPicPr preferRelativeResize="0"/>
          <p:nvPr/>
        </p:nvPicPr>
        <p:blipFill>
          <a:blip r:embed="rId20">
            <a:alphaModFix/>
          </a:blip>
          <a:stretch>
            <a:fillRect/>
          </a:stretch>
        </p:blipFill>
        <p:spPr>
          <a:xfrm>
            <a:off x="8112239" y="5641065"/>
            <a:ext cx="3702960" cy="3702960"/>
          </a:xfrm>
          <a:prstGeom prst="rect">
            <a:avLst/>
          </a:prstGeom>
          <a:noFill/>
          <a:ln>
            <a:noFill/>
          </a:ln>
        </p:spPr>
      </p:pic>
      <p:pic>
        <p:nvPicPr>
          <p:cNvPr id="320" name="Google Shape;320;p22" title="Sticker Logo Smile.png"/>
          <p:cNvPicPr preferRelativeResize="0"/>
          <p:nvPr/>
        </p:nvPicPr>
        <p:blipFill>
          <a:blip r:embed="rId21">
            <a:alphaModFix/>
          </a:blip>
          <a:stretch>
            <a:fillRect/>
          </a:stretch>
        </p:blipFill>
        <p:spPr>
          <a:xfrm>
            <a:off x="14117239" y="527840"/>
            <a:ext cx="3702960" cy="3702960"/>
          </a:xfrm>
          <a:prstGeom prst="rect">
            <a:avLst/>
          </a:prstGeom>
          <a:noFill/>
          <a:ln>
            <a:noFill/>
          </a:ln>
        </p:spPr>
      </p:pic>
      <p:pic>
        <p:nvPicPr>
          <p:cNvPr id="321" name="Google Shape;321;p22" title="Logo Sign.png"/>
          <p:cNvPicPr preferRelativeResize="0"/>
          <p:nvPr/>
        </p:nvPicPr>
        <p:blipFill>
          <a:blip r:embed="rId22">
            <a:alphaModFix/>
          </a:blip>
          <a:stretch>
            <a:fillRect/>
          </a:stretch>
        </p:blipFill>
        <p:spPr>
          <a:xfrm>
            <a:off x="16813151" y="248500"/>
            <a:ext cx="1245123" cy="5125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